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funITclub のサイトは Django アプリ 1 つです。公開サイトも編集画面も WG への参加も同じアプリの中にあり、外につながるのは Azure のメール・Google Classroom・GitHub・Key Vault の 4 つだけです。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アプリは Azure App Service 1 台で動いています。DB は hirahira_room と同じ PostgreSQL サーバーですが、データベースは funITclub 専用のものを分けています。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モデルを持つのは news・catalog・edit・home の 4 つだけです。編集する項目を増やすときは catalog と同じ作りでモデル・フォーム・画面を足します。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保護は二段構えです。ミドルウェアで既定をログイン必須にしたうえで、編集の各ビューも LoginRequiredMixin を継承しています。編集画面を足したときに書き忘れても素通りにはなりません。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テーブル名を固定しているのは、万一 DB_NAME が hirahira_room の共有 DB を向いても既存テーブルと衝突しないようにするためです。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遮断 IP の判定を先頭に置いているのは、静的ファイルも含めて何も返さないためです。判定に使う IP は X-Forwarded-For の右端（Azure が付けた値）で、左端はクライアントが詐称できるので見ません。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掲載内容はすべて DB から読んでいます。お知らせの件数は home.views.IndexView.news_limit で決めています。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「WG に参加」が出るのは、環境変数がそろっていて、かつ WG 紹介の「GitHub のチーム」に wg- で始まる名前が入っているときだけです。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参加フォームは DB に残さず、入力内容をメールで送るだけです。自由記述の欄は意図的に持たせていません。復活させないでください。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自分の IP を遮断してしまったときの逃げ道は 2 つあります。IP_BLOCK_ENABLED と IP_BLOCK_EXEMPT で、どちらも App Service のアプリケーション設定から DB を触らずに直せます。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付け忘れると本番設定で動いて PostgreSQL に繋ぎにいき、接続に失敗します。秘密の値はリポジトリに持たず、手元は .env、本番は App Service のアプリケーション設定から読みます。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引き金は main への push ですが、main に直接 push する運用ではありません。ブランチで作ってプルリクエストを出し、レビューを通してマージした結果として main が更新され、そこでデプロイが走ります。Azure へのログインは OIDC で、信頼しているのはこのリポジトリの main だけです。インスタンスを 2 つ以上に増やすと migrate が同時に走るので、増やすときは startup.sh を見直してください。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この資料は構成の見取り図です。実際の値や手順は README.md と deploy.txt を見てください。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 IT club — アプリケーション構成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サイトは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こう出来ている。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公開サイト・編集画面・WG への参加を、1 つの Django アプリで動かしている。その中身と、外につながる先。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1051560" cy="237744"/>
          </a:xfrm>
          <a:prstGeom prst="rect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運営・開発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  ·  fun IT club 運営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1051560"/>
            <a:ext cx="3291840" cy="3017520"/>
          </a:xfrm>
          <a:prstGeom prst="rect">
            <a:avLst/>
          </a:prstGeom>
          <a:solidFill>
            <a:srgbClr val="1A4A70"/>
          </a:solidFill>
          <a:ln w="12700">
            <a:solidFill>
              <a:srgbClr val="1A4A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234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この資料の中身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6276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6276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全体像と Django アプリ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8745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何がどこにあるか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223113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23113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URL・データ・通り道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4780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公開範囲とミドルウェア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283464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83464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への参加とメール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0815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外とつながるしくみ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43814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43814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設定・デプロイ・守り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6850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本番で動かすための構成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全体像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つの Django アプリと、外の 4 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利用者のブラウザ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在学生・受験を考えている人・運営。ログインなしで見られる。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19659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743200" cy="141732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15727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App Service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8196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funITclub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1305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gunicorn → Django 5.2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静的ファイルは WhiteNoise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16752" y="19659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8368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1965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funITclub 専用のデータベース。掲載内容と運営の連絡先だけを置く。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971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 Service から呼ぶ外部サービス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19888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438144"/>
            <a:ext cx="402336" cy="40233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687" y="3542751"/>
            <a:ext cx="193121" cy="193121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40080" y="3913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Communication Services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41696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Azure のメール。SMTP リレー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628900" y="3291840"/>
            <a:ext cx="19888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811780" y="3438144"/>
            <a:ext cx="402336" cy="40233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387" y="3542751"/>
            <a:ext cx="193121" cy="193121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2811780" y="3913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Classroom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2811780" y="41696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クラブの名簿を引く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800600" y="3291840"/>
            <a:ext cx="19888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983480" y="3438144"/>
            <a:ext cx="402336" cy="40233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087" y="3542751"/>
            <a:ext cx="193121" cy="193121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4983480" y="3913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App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4983480" y="41696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のチームに人を追加する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972300" y="3291840"/>
            <a:ext cx="19888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7155180" y="3438144"/>
            <a:ext cx="402336" cy="40233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787" y="3542751"/>
            <a:ext cx="193121" cy="193121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155180" y="3913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Azure Key Vault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7155180" y="41696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シークレットの置き場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ディレクトリ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 つのまとまりで出来ている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14447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7282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設定（共通・本番・開発）、URL の入口、ミドルウェア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22677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home/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551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公開サイトの 4 ページ・作成中ページ・参加フォーム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3232" y="30906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news/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3741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お知らせ。モデルと編集画面を持つ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3232" y="39136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catalog/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4197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紹介と成果物紹介。モデルと編集画面を持つ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919472" y="14447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edit/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919472" y="17282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編集画面の枠、管理者（連絡先）、通知、定期点検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14884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919472" y="22677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wgjoin/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919472" y="2551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への参加。Classroom と GitHub をつなぐ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97180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919472" y="30906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countdown/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919472" y="33741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サブアプリの例。成果物の URL から辿る公開ボード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79476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919472" y="39136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 static/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919472" y="4197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公開サイトの共通レイアウトとデザイン一式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URL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認証が要るのは編集画面だけ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27632"/>
            <a:ext cx="493776" cy="49377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902" y="1756014"/>
            <a:ext cx="237012" cy="2370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91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認証なし（公開）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4963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TOP。ヒーロー・活動サマリ・お知らせ 3 件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79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/wg/  /works/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84378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一覧・成果物一覧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0266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/join/  /join/apply/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1912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参加の案内と申し込みフォーム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3741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/wg/&lt;id&gt;/join/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5387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への参加（設定がそろったときだけ）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3721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/countdown/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3886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サブアプリ。成果物の URL から辿る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40690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/coming-soon/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42336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 が未設定のリンクの行き先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663440" y="137160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937760" y="1627632"/>
            <a:ext cx="493776" cy="49377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142" y="1756014"/>
            <a:ext cx="237012" cy="2370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623560" y="1691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ログイン必須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4937760" y="23317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/edit/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4937760" y="24963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編集のメニュー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4937760" y="2679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/edit/news/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4937760" y="284378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お知らせの編集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4937760" y="30266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/edit/wg/  /edit/works/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4937760" y="31912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紹介・成果物紹介の編集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4937760" y="33741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/edit/login/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937760" y="35387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ログイン（公開サイトからはリンクしない）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4937760" y="3721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937760" y="3886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テーブルの一覧・検索。遮断 IP の解除もここ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既定は全ビューがログイン必須（LoginRequiredMiddleware）。公開ページだけ login_not_required を付けて外してある。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データ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 にあるのは掲載内容と連絡先だけ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8193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1572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news.News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funitclub_news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48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掲載日・本文・バッジ・公開する。TOP に新しい順で 3 件。掲載日が未来なら出ない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30575" y="1371600"/>
            <a:ext cx="268193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86607" y="1572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catalog.Wg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486607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funitclub_wg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486607" y="2148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識別子・名前・説明・状態・アプリの URL・GitHub のチーム・表示順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03950" y="1371600"/>
            <a:ext cx="268193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59982" y="1572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catalog.Work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259982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funitclub_work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259982" y="2148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種別・題名・説明・ライセンス・公開先の URL・表示順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3232" y="326440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edit.Administrator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5661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運営の連絡先。通知の宛先と、公開ページに出す問い合わせ先はここだけを見る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919472" y="326440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home.BlockedIp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919472" y="35661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遮断した IP・回数・期限。ミドルウェアが毎リクエスト参照する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会員の名簿も、参加の申し込みの内容も持たない。テーブル名は funitclub_ 接頭辞で固定してある。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リクエストの通り道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ビューに届くまでに 5 つ通る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遮断 IP 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69748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登録済みの IP はここで 403。静的ファイルも返さない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1605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config.middleware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39696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304288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304288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毎日の点検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69748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SMTP のシークレットの期限を調べ、近づいたら通知する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41605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config.middleware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22192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986784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3986784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セッション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86784" y="269748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Cookie を読む。本番だけ Secure が付く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41605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django.contrib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04688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669280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CSRF と認証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269748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トークンを確かめ、ログイン中の人を特定する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1605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django.contrib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87184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351776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7351776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ログイン必須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351776" y="269748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既定で全ビュー。公開ページだけ外してある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351776" y="41605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auth.middleware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掲載内容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直す場所は 1 つ、HTML は触らない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編集画面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562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/edit/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ログインして、お知らせ・WG 紹介・成果物紹介を直す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0116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286000" cy="155448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5760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データベース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1920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funitclub_news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funitclub_wg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funitclub_work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20116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4652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公開ページ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18562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/wg/  /works/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148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開くたびに DB から読み直す。TOP の件数も連動する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268193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13232" y="3355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「公開する」を外す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367588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下書き扱い。一覧にも TOP の件数にも出ない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30575" y="3154680"/>
            <a:ext cx="268193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486607" y="3355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掲載日が未来のお知らせ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486607" y="367588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その日が来るまで出ない。予約投稿に使える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03950" y="3154680"/>
            <a:ext cx="268193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259982" y="3355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 が空欄のリンク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59982" y="367588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作成中ページ（/coming-soon/）に流れる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サブアプリが出来たら、編集画面でその WG・成果物に URL を入れる。テンプレートの修正は要らない。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WG への参加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運営の手作業なしで、本人が入る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81935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14904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大学のアドレスを入れる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一覧の「WG に参加」から。入力は DB にもログにも残さない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30575" y="1325880"/>
            <a:ext cx="2681935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86607" y="14904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86607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Classroom で名簿を引く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86607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運営の権限で、クラブのクラスに居るかをアドレスで 1 人ずつ確かめる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03950" y="1325880"/>
            <a:ext cx="2681935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59982" y="14904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59982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メールを送る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59982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画面はどちらも「送りました」。他人のアドレスでメンバーかを探れないように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2681935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3232" y="30449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本人がリンクを開く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署名付きで 1 時間だけ有効。使い捨て。アドレスは入れない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30575" y="2880360"/>
            <a:ext cx="2681935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486607" y="30449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486607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でログイン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486607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App が WG のチームに追加する。wg- で始まるチームだけ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03950" y="2880360"/>
            <a:ext cx="2681935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259982" y="30449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259982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 へ案内する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259982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スペースのリンクは Classroom の授業にある。サイトは Chat に何もしない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会員の情報はサイトに持たない。名簿は Classroom、参加の状態は GitHub のチームで分かる。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メール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独自ドメインから、2 通に分けて送る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733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0934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送信の経路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945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Azure Communication Services の SMTP リレー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差出人は no-reply@funitclub.org（独自ドメイン）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認証は Entra アプリ。大学アカウントからは送れない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32588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554480"/>
            <a:ext cx="457200" cy="45720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67335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60934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申し込み 1 件につき 2 通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1945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事務局あての通知。Reply-To は申込者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申込者あての控え。Reply-To は事務局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控えには「心当たりがない場合」の案内を必ず入れる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291840"/>
            <a:ext cx="268193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713232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秘密は Key Vault に置く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" y="38130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 Service には参照だけを書く。取り出せるのはマネージド ID だけ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30575" y="3291840"/>
            <a:ext cx="268193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3486607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なりすまし対策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3486607" y="38130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SPF・DKIM に加えて DMARC（p=none）を設定済み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003950" y="3291840"/>
            <a:ext cx="268193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259982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期限が来たら通知する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259982" y="38130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シークレットは 2028-08-19 に失効。1 日 1 回の点検で知らせる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守りの設計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持たない・通さない・気づく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37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既定でログイン必須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488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ミドルウェアで全ビューを閉じ、編集の各ビューも Mixin で重ねてある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73736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06" y="1880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737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連続送信した IP を遮断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21488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 時間 → 7 日 → 恒久。判定は X-Forwarded-For の右端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5259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個人の情報を持たない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794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申し込みも WG への参加も DB に残さない。名簿は Classroom にある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108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38328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406" y="352592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6928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異常は運営に届く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669280" y="3794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 遮断・ログイン失敗・500。宛先は管理者テーブルから引く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設定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ファイルに分け、既定は本番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設定ファイル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config/settings_common.py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591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両方が読む共通部分。アプリ・ミドルウェア・テンプレート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761488"/>
            <a:ext cx="3474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880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config/settings.py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1363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本番（既定）。PostgreSQL・WhiteNoise・Secure Cookie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538728"/>
            <a:ext cx="3474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6576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config/settings_dev.py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9136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開発。SQLite・DEBUG・.env の読み込み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937760" y="16002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開発と本番のちがい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1488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48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開発（手元）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2148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本番（Azure）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423160"/>
            <a:ext cx="3566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25146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データベース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514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514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28803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静的ファイル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880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runserver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360920" y="2880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WhiteNoise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2461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DEBUG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3246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32461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36118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Cookie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3611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通常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3611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937760" y="39776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9776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DEBUG・詳細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360920" y="39776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5902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手元で manage.py を叩くときは毎回 --settings=config.settings_dev を付ける（Dev Container の中では不要）。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デプロイ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マージすれば、あとは自動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783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299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 をマージ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54203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が更新されると走る。直接 push はしない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783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07208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807208" y="20299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Actions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807208" y="254203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zip を作って送る。docs だけの変更では走らない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1783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956048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956048" y="20299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 Service が展開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56048" y="254203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Oryx が pip install と collectstatic を流す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1783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04888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104888" y="20299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startup.sh が起動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254203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migrate → createcachetable → gunicorn の順に走る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267712" y="22402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416552" y="22402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65392" y="22402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13232" y="38221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migrate は起動時に流す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416966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 は VNet の中にあり、GitHub Actions のランナーからは届かないため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65760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919472" y="38221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失敗したら起動しない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919472" y="416966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デプロイも失敗扱いになって Actions が赤くなり、気づける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まとめ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迷ったら、ここを見る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81935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91640"/>
            <a:ext cx="548640" cy="54864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78" y="18342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" y="2395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仕様と決めごと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7432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07238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何をなぜそうしたかは、すべてここに書いてある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30575" y="1463040"/>
            <a:ext cx="2681935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86607" y="169164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254" y="18342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86607" y="2395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Azure と本番設定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86607" y="27432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deploy.txt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486607" y="307238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リソースの作成手順と az コマンド一式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03950" y="1463040"/>
            <a:ext cx="2681935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59982" y="1691640"/>
            <a:ext cx="548640" cy="54864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629" y="183428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59982" y="2395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開発環境の作り方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259982" y="27432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docs/development.md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259982" y="307238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＋ Docker Desktop で揃える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資料と食い違ったときは README.md を正とする。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funITclub アプリケーション構成</dc:title>
  <dc:subject>PptxGenJS Presentation</dc:subject>
  <dc:creator>fun IT club</dc:creator>
  <cp:lastModifiedBy>fun IT club</cp:lastModifiedBy>
  <cp:revision>1</cp:revision>
  <dcterms:created xsi:type="dcterms:W3CDTF">2026-09-20T00:39:13Z</dcterms:created>
  <dcterms:modified xsi:type="dcterms:W3CDTF">2026-09-20T00:39:13Z</dcterms:modified>
</cp:coreProperties>
</file>