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への参加は、公開サイトから自分でできます。運営に頼む必要はありません。GitHub アカウントがない人は、4 の GitHub のログイン画面で作れます。サイトはメールアドレスや GitHub のユーザー名を保存しません。「メンバーとして確認できませんでした」というメールが届いたら、Classroom に登録しているアドレスか確かめ、それでも駄目なら運営に聞いてください。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クローンは、GitHub にあるリポジトリを自分の作業部屋に写してくることです。チェックアウトとも言います。写したものを直して、コミットして GitHub に送り返します（資料 03）。一度クローンすれば、次からは VS Code の「最近使用した項目」から開けます。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ここまでで準備は終わりです。毎日の始め方と変更の届け方は、資料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に参加し、VS Code・Git・Docker Desktop を入れて、WG のサイトを起動するまで。8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75234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に参加する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サイトから。GitHub アカウントもここで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のメールを非公開に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リポジトリをクローンする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から作業部屋に写す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4068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は WG ごとに一度、2〜8 は最初に一度だけ。かかる時間の目安は 1〜2 時間（ダウンロードを含む）。できれば自宅の回線で。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350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WG一覧の「WG に参加」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002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 で参加したい WG を選ぶ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188366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1488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に登録しているアドレス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43230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届いたメールのリンクを開く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69748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時間以内に開く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98094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4612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なければ Create an account（大学のアドレスで）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2958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招待が出たら Join を押す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79476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から届く「Join @funITclub」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4069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0782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Chat に入る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43434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の授業の WG にあるリンクから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83480" y="1325880"/>
            <a:ext cx="3703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funitclub.org/wg/1/join/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66360" y="1737360"/>
            <a:ext cx="3337560" cy="2651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49240" y="1892808"/>
            <a:ext cx="2971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9240" y="20116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WG-01 に参加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224028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生成AIによるタンパク質設計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577840" y="26974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2944368"/>
            <a:ext cx="2514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69280" y="29443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bu0000000000@bukkyo-u.ac.jp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確認のメールを送る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32120" y="390448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クラブのメンバー（Classroom のクラブのクラスにいる人）だけが先に進める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のメールアドレスを非公開にする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右上の自分のアイコン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にログインした状態で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「Settings」→ 左の「Emails」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Keep my email addresses private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にチェックを入れる（右の画面）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noreply のアドレスをコピー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4 の Git の設定で使う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4 で使う）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"…" の中は自分の GitHub ユーザー名と、手順 2 でコピーした noreply のアドレス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8（1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をコピーする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343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クローン（チェックアウト）とは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190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にある WG のコード一式（リポジトリ）を、自分の作業部屋に写してくること。写したもので作業し、GitHub に送り返す（資料 03）。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99616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664208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64208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23744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88336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88336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547872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12464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12464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送り返す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6974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27066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のリポジトリを開く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2971800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github.com/funITclub/wg-&lt;名前&gt;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1729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31821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緑の「Code」を押す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447288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リポジトリの画面の右上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484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3657600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「Local」→「HTTPS」を選ぶ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" y="4123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13308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をコピーする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96112" y="4398264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の右のコピーのボタン（右の画面）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983480" y="1325880"/>
            <a:ext cx="37033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github.com/funITclub/wg-protein</a:t>
            </a:r>
            <a:endParaRPr lang="en-US" sz="9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1783080"/>
            <a:ext cx="182880" cy="18288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544068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/ </a:t>
            </a:r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wg-protein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&lt;&gt; Code  ▾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5486400" y="2148840"/>
            <a:ext cx="30175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623560" y="22219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669280" y="2478024"/>
            <a:ext cx="64008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00800" y="22219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Codespaces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486400" y="2514600"/>
            <a:ext cx="3017520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623560" y="2606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6235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63093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69951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CLI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669280" y="3136392"/>
            <a:ext cx="59436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23560" y="3291840"/>
            <a:ext cx="2423160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87568" y="32918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https://github.com/funITclub/wg-protein.git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8092440" y="3291840"/>
            <a:ext cx="292608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pic>
        <p:nvPicPr>
          <p:cNvPr id="5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3364992"/>
            <a:ext cx="146304" cy="164592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623560" y="3703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ここを押すとコピーされる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は「WG に参加」の完了画面と確認のメールにも出ている（名前は WG のチームと同じ。例：wg-protein）。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8（2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でクローンして開く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コピーした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非公開のリポジトリなので、初回は GitHub へのサインインを求められる。「許可」を押し、ブラウザで Authorize を押す。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8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サイトが表示されたら準備は終わり。毎日の作業は資料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確認のメールが届かない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迷惑メールを見る。なければ「WG に参加」からやり直す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「メンバーとして確認できません」と届いた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Classroom に登録したアドレスで試す。駄目なら運営へ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2026-09-20T00:13:12Z</dcterms:created>
  <dcterms:modified xsi:type="dcterms:W3CDTF">2026-09-20T00:13:12Z</dcterms:modified>
</cp:coreProperties>
</file>