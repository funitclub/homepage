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の役目は、開発環境を全員そろえることです。コンテナ（作業部屋）の中に Python や Django が入っていて、本番と同じ版にしてあります。メンバーは Docker Desktop を起動するだけで、コンテナの中を直接触ることはありません。壊れても作り直せば元に戻ります。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 Docker を使うのか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困ること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Docker（作業部屋）がしてくれること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「自分の PC では動くのに」が起きる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全員が同じ中身の作業部屋で動かすので、差が出ない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Windows と Mac で手順やコマンドが違う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作業部屋の中はどちらも Linux。同じコマンドで済む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本番と手元で Python の版がずれる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本番と同じ Python 3.11 にしてある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環境を壊すと戻せない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作り直せば元どおり。パソコン本体には何も残らない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Python を入れる手順が難しい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を起動するだけ。中身は触らない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749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コードを書くのは VS Code、動かすのは作業部屋の中。メンバーがするのは「Docker Desktop を起動する」だけ。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のアプリを本番で動かすときにも Docker を使う案があるが、それは別物（完成品を動かす入れ物）。いまは準備中。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引用符の中は、自分の GitHub のユーザー名と、手順 2 でコピーした noreply のアドレスに置き換える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非公開のリポジトリなので、初回は GitHub へのサインインを求められる。「許可」を押し、ブラウザで Authorize を押す。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2026-09-20T00:43:39Z</dcterms:created>
  <dcterms:modified xsi:type="dcterms:W3CDTF">2026-09-20T00:43:39Z</dcterms:modified>
</cp:coreProperties>
</file>