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引用符の中は、自分の GitHub のユーザー名と、手順 2 でコピーした noreply のアドレスに置き換える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2026-09-20T00:30:07Z</dcterms:created>
  <dcterms:modified xsi:type="dcterms:W3CDTF">2026-09-20T00:30:07Z</dcterms:modified>
</cp:coreProperties>
</file>