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Code・Git・Docker Desktop を入れて、WG のサイトを起動するまで。初回だけ、7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75234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の準備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アカウント・招待・メールの非公開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作業部屋が自動でできる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8686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かかる時間の目安は 1〜2 時間（ダウンロードを含む）。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できれば自宅の回線で、時間のあるときに。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の準備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 の「Sign up」。本名や学籍番号は使わない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ユーザー名を運営に伝える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6888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運営から funITclub への招待が届く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招待を受ける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メールの「Join @funITclub」を押す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メールアドレスを非公開にする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右上のアイコン → Settings → Emails（右の画面）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3 で使う）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"…" の中は自分の GitHub ユーザー名と、手順 1 でコピーした noreply のアドレス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 で何も起きない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左下が「開発コンテナー」か確かめる。少し待ってからもう一度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2026-09-19T02:41:59Z</dcterms:created>
  <dcterms:modified xsi:type="dcterms:W3CDTF">2026-09-19T02:41:59Z</dcterms:modified>
</cp:coreProperties>
</file>