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メンバー全員が一度だけやる準備です。つまずいたら、画面のスクリーンショットと「手順の何番で止まったか」を添えて運営に聞いてください。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途中で止めても、次は続きの手順から始められます。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や Django はパソコンに入れません。VS Code がリポジトリの設定を読んで、Docker の中に作業部屋を作り、必要なものを自動で入れます。全員が同じ環境になり、壊れても作り直せば戻ります。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大学のメールアドレスは学籍番号そのものです。公開リポジトリのコミット履歴に残ると消せないので、GitHub の設定で非公開にし、代わりに noreply のアドレスを使います。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VS Code はコードを書くためのエディタです。このあとの操作はすべて VS Code から行います。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は変更の記録と GitHub とのやりとりに使います。名前とメールアドレスはコミットに記録され、公開されます。大学のアドレスは使わないでください。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Desktop は作業部屋を動かすためのアプリで、起動しておくだけで直接は触りません。個人・教育目的なら無料です。「仮想化が無効」と出たら、パソコンの設定の変更が要るので運営に相談してください。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似た名前の拡張機能があるので、提供元が Microsoft で青いチェックマークが付いたものを選んでください。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 パレットは英語で入力しても日本語の項目が出てきます。ソースはパソコンのフォルダーではなく Docker の中に置かれるので、エクスプローラーや Finder には出てきません。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ここまでで準備は終わりです。毎日の始め方と変更の届け方は、資料 03 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準備をする。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Code・Git・Docker Desktop を入れて、WG のサイトを起動するまで。初回だけ、7 つの手順を順番に。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メンバー全員・初回だけ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0" y="2752344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この資料の流れ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つの手順を順番に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の準備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アカウント・招待・メールの非公開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コードを書くエディタ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名前とメールを登録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84632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 Containers を入れる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の拡張機能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4632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4068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作業部屋が自動でできる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84632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サイトを起動する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を押してブラウザで確かめる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749040"/>
            <a:ext cx="4023360" cy="86868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46320" y="374904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かかる時間の目安は 1〜2 時間（ダウンロードを含む）。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できれば自宅の回線で、時間のあるときに。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パソコンに入れるのは 3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3619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5179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あなたのパソコン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858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30552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書く・操作する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22860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213055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4231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24231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38862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2130552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0233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40233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685800" y="3310128"/>
            <a:ext cx="4663440" cy="109728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dash"/>
          </a:ln>
        </p:spPr>
      </p:sp>
      <p:sp>
        <p:nvSpPr>
          <p:cNvPr id="20" name="Shape 14"/>
          <p:cNvSpPr/>
          <p:nvPr/>
        </p:nvSpPr>
        <p:spPr>
          <a:xfrm>
            <a:off x="4617720" y="3044952"/>
            <a:ext cx="0" cy="265176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1" name="Text 15"/>
          <p:cNvSpPr txBox="1"/>
          <p:nvPr/>
        </p:nvSpPr>
        <p:spPr>
          <a:xfrm>
            <a:off x="868680" y="34381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作業部屋（コンテナ）… 自動で用意される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868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68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3.11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2011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2011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Django 5.2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3154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3154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4297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297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5852160" y="1371600"/>
            <a:ext cx="2834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6080760" y="155448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準備するもの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080760" y="1947672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80760" y="20116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6080760" y="223113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 10 / 11 か macOS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080760" y="2569464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080760" y="2633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</a:t>
            </a:r>
            <a:endParaRPr lang="en-US" sz="950" dirty="0"/>
          </a:p>
        </p:txBody>
      </p:sp>
      <p:sp>
        <p:nvSpPr>
          <p:cNvPr id="37" name="Text 31"/>
          <p:cNvSpPr txBox="1"/>
          <p:nvPr/>
        </p:nvSpPr>
        <p:spPr>
          <a:xfrm>
            <a:off x="608076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8GB 以上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6080760" y="3191256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080760" y="325526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空き容量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6080760" y="34747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20GB 以上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6080760" y="3813048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6080760" y="387705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</a:t>
            </a:r>
            <a:endParaRPr lang="en-US" sz="950" dirty="0"/>
          </a:p>
        </p:txBody>
      </p:sp>
      <p:sp>
        <p:nvSpPr>
          <p:cNvPr id="43" name="Text 37"/>
          <p:cNvSpPr txBox="1"/>
          <p:nvPr/>
        </p:nvSpPr>
        <p:spPr>
          <a:xfrm>
            <a:off x="6080760" y="4096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初回は 1〜2GB をダウンロード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1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の準備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アカウントを作る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 の「Sign up」。本名でもよい。学籍番号は使わない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2037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ユーザー名を運営に伝える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6888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運営から funITclub への招待が届く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809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招待を受ける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4612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メールの「Join @funITclub」を押す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7581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メールアドレスを非公開にする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2336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右上のアイコン → Settings → Emails（右の画面）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github.com/settings/emails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Emails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212080" y="2331720"/>
            <a:ext cx="182880" cy="1828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359152"/>
            <a:ext cx="128016" cy="128016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486400" y="23042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my email addresses private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486400" y="2651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コミットには次のアドレスが使われる：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86400" y="2971800"/>
            <a:ext cx="2971800" cy="365760"/>
          </a:xfrm>
          <a:prstGeom prst="rect">
            <a:avLst/>
          </a:prstGeom>
          <a:solidFill>
            <a:srgbClr val="FFF4C2"/>
          </a:solidFill>
          <a:ln w="12700">
            <a:solidFill>
              <a:srgbClr val="E3C75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550408" y="29718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12345678+name@users.noreply.github.com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0" y="34290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↑ このアドレスをコピーしておく（手順 3 で使う）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0" y="3749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大学のアドレス（学籍番号）を公開しないため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2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Windows」を押す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VSCodeUserSetup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「同意する」→「次へ」を続ける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「インストール」→「完了」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「PATH への追加」はチェックのまま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533095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Mac」を押す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89204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zip を開き、アプリケーションへ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Visual Studio Code をドラッグする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アプリケーションから開く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確認が出たら「開く」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685800" y="3767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日本語にする（共通）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8580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8580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105156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</a:t>
            </a:r>
            <a:endParaRPr lang="en-US" sz="1050" dirty="0"/>
          </a:p>
        </p:txBody>
      </p:sp>
      <p:sp>
        <p:nvSpPr>
          <p:cNvPr id="39" name="Text 35"/>
          <p:cNvSpPr txBox="1"/>
          <p:nvPr/>
        </p:nvSpPr>
        <p:spPr>
          <a:xfrm>
            <a:off x="105156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338328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38328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374904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「Japanese」で検索</a:t>
            </a:r>
            <a:endParaRPr lang="en-US" sz="1050" dirty="0"/>
          </a:p>
        </p:txBody>
      </p:sp>
      <p:sp>
        <p:nvSpPr>
          <p:cNvPr id="43" name="Text 39"/>
          <p:cNvSpPr txBox="1"/>
          <p:nvPr/>
        </p:nvSpPr>
        <p:spPr>
          <a:xfrm>
            <a:off x="374904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Language Pack の Install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608076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08076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644652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Change Language and Restart</a:t>
            </a:r>
            <a:endParaRPr lang="en-US" sz="1050" dirty="0"/>
          </a:p>
        </p:txBody>
      </p:sp>
      <p:sp>
        <p:nvSpPr>
          <p:cNvPr id="47" name="Text 43"/>
          <p:cNvSpPr txBox="1"/>
          <p:nvPr/>
        </p:nvSpPr>
        <p:spPr>
          <a:xfrm>
            <a:off x="644652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再起動で日本語になる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3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を入れて、名前を登録する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git-scm.com →「Download for Windows」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「Click here to download」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68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6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780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Git-….exe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432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何も変えずに「Next」→「Install」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306324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24612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51560" y="3227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85800" y="3703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124712" y="37124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ターミナルで git --version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1124712" y="39776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 → ユーティリティ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85800" y="4160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1124712" y="41696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「インストール」を押す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1124712" y="44348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番号が出たら、もう入っている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66344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名前を登録する（共通）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4663440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を開き直す →「ターミナル」→「新しいターミナル」。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行を 1 行ずつ入力して Enter。何も出なければ成功。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663440" y="2377440"/>
            <a:ext cx="4023360" cy="224028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663440" y="2377440"/>
            <a:ext cx="402336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791456" y="246888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956048" y="246888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20640" y="246888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349240" y="2377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4846320" y="2788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user.name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user.email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"12345678+name@users.noreply.github.com"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484632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"…" の中は自分の GitHub ユーザー名と、手順 1 でコピーした noreply のアドレス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4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docker.com からダウンロード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 - AMD64」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Installer.exe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WSL 2」はチェックのまま OK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「Close and restart」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パソコンが再起動する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8580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12471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利用規約は Accept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2471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サインインとアンケートは Skip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66344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チップを確かめる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メニュー →「この Mac について」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合うものをダウンロード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Silicon（M1 以降）か Intel Chip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89204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89204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533095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Docker.dmg を開く</a:t>
            </a:r>
            <a:endParaRPr lang="en-US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533095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クジラを Applications へドラッグ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489204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9204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533095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開いて Accept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533095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おすすめ設定のまま。サインインは Skip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457200" y="4206240"/>
            <a:ext cx="2057400" cy="365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94360" y="4325112"/>
            <a:ext cx="128016" cy="128016"/>
          </a:xfrm>
          <a:prstGeom prst="ellipse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22960" y="4206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 running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2697480" y="418795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左下がこの表示（緑）になれば完了。Windows で「WSL の更新が必要」と出たら、管理者の PowerShell で wsl --update。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5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に Dev Containers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左端の「拡張機能」を押す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「Dev Containers」で検索する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Microsoft のものをインストール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青いチェックマーク付き（右の画面）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左下に青いマークが出れば完了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から Docker を使えるようになる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20640" y="1828800"/>
            <a:ext cx="338328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120640" y="2286000"/>
            <a:ext cx="3383280" cy="11887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57800" y="2423160"/>
            <a:ext cx="502920" cy="5029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2532888"/>
            <a:ext cx="283464" cy="283464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58978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897880" y="26791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950" dirty="0"/>
          </a:p>
        </p:txBody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715768"/>
            <a:ext cx="146304" cy="14630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5440680" y="4160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このマーク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6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を起動しておく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左下が緑の Engine running になるまで待つ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「表示」→「コマンド パレット」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+ Shift + P（Mac は Cmd + Shift + P）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Clone Repository in Container Volume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と入力し、出てきた項目を選ぶ（右の画面）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 URL を貼って Enter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警告が出たら funITclub の URL か確かめて進む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5〜10 分待つ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「準備ができました。」と出たら完了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 パレット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166360" y="17830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57800" y="17830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&gt;Clone Repository in Container Volume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166360" y="2148840"/>
            <a:ext cx="3337560" cy="5029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257800" y="217627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開発コンテナー: コンテナー ボリュームにリポジトリを複製...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24048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Containers: Clone Repository in Container Volume...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5212080" y="28803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の例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166360" y="31546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257800" y="3154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https://github.com/funITclub/wg-&lt;名前&gt;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166360" y="3657600"/>
            <a:ext cx="3337560" cy="731520"/>
          </a:xfrm>
          <a:prstGeom prst="rect">
            <a:avLst/>
          </a:prstGeom>
          <a:solidFill>
            <a:srgbClr val="0A2A4A"/>
          </a:solidFill>
          <a:ln w="12700">
            <a:solidFill>
              <a:srgbClr val="0A2A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03520" y="373075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準備ができました。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F5 でサイトを起動できます。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7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サイトを起動して確かめる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左下を確かめる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「開発コンテナー: funITclub …」と出ていれば作業部屋の中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キーを押す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41448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 のノートは fn + F5。「実行」→「デバッグの開始」でもよい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「ブラウザーで開く」を押す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出なければブラウザで http://localhost:8000/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止めるときは ■ ボタン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または Shift + F5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760720" y="2148840"/>
            <a:ext cx="2743200" cy="1051560"/>
          </a:xfrm>
          <a:prstGeom prst="rect">
            <a:avLst/>
          </a:prstGeom>
          <a:solidFill>
            <a:srgbClr val="252526"/>
          </a:solidFill>
          <a:ln w="12700">
            <a:solidFill>
              <a:srgbClr val="45454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2286000"/>
            <a:ext cx="164592" cy="164592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144768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ポート 8000 で実行されているアプリケーションは使用可能です。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ブラウザーで開く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120640" y="3383280"/>
            <a:ext cx="3383280" cy="640080"/>
          </a:xfrm>
          <a:prstGeom prst="rect">
            <a:avLst/>
          </a:prstGeom>
          <a:solidFill>
            <a:srgbClr val="18181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212080" y="3429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Starting development server at http://127.0.0.1:8000/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937760" y="4160520"/>
            <a:ext cx="23774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0" y="4160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&gt;&lt; 開発コンテナー: funITclub WG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サイトが表示されたら準備は終わり。毎日の作業は資料 03「開発の進め方」へ。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に接続できない、と出る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Desktop を起動し、緑になってから開き直す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「WSL の更新が必要」と出る（Windows）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管理者の PowerShell で wsl --update。終わったら再起動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「仮想化が無効」と出る（Windows）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パソコンの設定（BIOS）の変更が要る。運営に相談する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左下に「開発コンテナー」が出ていない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左下の青いマーク →「コンテナーで再度開く」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F5 で何も起きない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左下が「開発コンテナー」か確かめる。少し待ってからもう一度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ブラウザで開けない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下の「ポート」タブに 8000 があるか確かめる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02 パソコンの準備</dc:title>
  <dc:subject>PptxGenJS Presentation</dc:subject>
  <dc:creator>PptxGenJS</dc:creator>
  <cp:lastModifiedBy>PptxGenJS</cp:lastModifiedBy>
  <cp:revision>1</cp:revision>
  <dcterms:created xsi:type="dcterms:W3CDTF">2026-09-19T02:47:17Z</dcterms:created>
  <dcterms:modified xsi:type="dcterms:W3CDTF">2026-09-19T02:47:17Z</dcterms:modified>
</cp:coreProperties>
</file>