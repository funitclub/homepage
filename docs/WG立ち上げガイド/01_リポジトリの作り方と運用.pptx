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1〜4 は WG が立ち上がったときに一度だけ行います。メンバーが増えたら 3 を、卒業・退部や WG の終了のときは 5 を行います。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Rulesets は org の無料プランでも公開リポジトリなら使えます。テンプレートから作ってもルールは引き継がれないので、WG ごとに作ります。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テストの名前 test は、wg-template の GitHub Actions のジョブ名です。一度も流れていないと候補に出ません。承認を必須にすると、自分の PR は自分では承認できないので、メンバーが 1 人のうちは 0 にしておきます。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のリポジトリの作り方、main を守るルールと権限、サイトへの掲載、メンバーの交代と終了。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214884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 WG のリポジトリを作る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できないルールを作る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のメンバーに書き込み権限を付ける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人が入るたび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一覧に「準備中」で載せる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交代で権限を外し、終わったらアーカイブ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Public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「Create repository」を押す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守る（1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を守るルールを作る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リポジトリの「Settings」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上に並ぶタブのいちばん右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左の「Rules」→「Rulesets」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「New ruleset」→「New branch ruleset」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名前と有効化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Ruleset Name に main、Enforcement status は Active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対象のブランチ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Target branches の「Add target」→「Include default branch」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Rules › Rulesets › New branch ruleset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182880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Ruleset Name *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120640" y="204825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193792" y="204825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231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 status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642616"/>
            <a:ext cx="16459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64261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0632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branches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0" y="3291840"/>
            <a:ext cx="1143000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20640" y="32918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target  ▾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120640" y="3657600"/>
            <a:ext cx="33375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36576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 default branch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3657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~DEFAULT_BRANCH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続きは次のページ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守る（2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ルールの中身にチェックを入れる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削除と force push を禁止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Restrict deletions と Block force pushes は最初からオン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プルリクエストを必須に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377440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Require a pull request… をオン。Required approvals は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437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テストの成功を必須に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08960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Require status checks… →「Add checks」で test を選ぶ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753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いちばん下の「Create」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Branch rules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47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1874520"/>
            <a:ext cx="100584" cy="1005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5367528" y="1828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 deletions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120640" y="2167128"/>
            <a:ext cx="155448" cy="155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367528" y="21488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linear history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20640" y="248716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2" y="2514600"/>
            <a:ext cx="100584" cy="100584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367528" y="2468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a pull request before merging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5367528" y="2670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approvals:  1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5120640" y="303580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72" y="3063240"/>
            <a:ext cx="100584" cy="10058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367528" y="30175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status checks to pass</a:t>
            </a:r>
            <a:endParaRPr lang="en-US" sz="950" dirty="0"/>
          </a:p>
        </p:txBody>
      </p:sp>
      <p:sp>
        <p:nvSpPr>
          <p:cNvPr id="37" name="Text 32"/>
          <p:cNvSpPr txBox="1"/>
          <p:nvPr/>
        </p:nvSpPr>
        <p:spPr>
          <a:xfrm>
            <a:off x="5367528" y="32186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checks:  test</a:t>
            </a:r>
            <a:endParaRPr lang="en-US" sz="850" dirty="0"/>
          </a:p>
        </p:txBody>
      </p:sp>
      <p:sp>
        <p:nvSpPr>
          <p:cNvPr id="38" name="Shape 33"/>
          <p:cNvSpPr/>
          <p:nvPr/>
        </p:nvSpPr>
        <p:spPr>
          <a:xfrm>
            <a:off x="5120640" y="358444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3611880"/>
            <a:ext cx="100584" cy="10058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367528" y="3566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force pushes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7680960" y="3886200"/>
            <a:ext cx="77724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7680960" y="38862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900" dirty="0"/>
          </a:p>
        </p:txBody>
      </p:sp>
      <p:sp>
        <p:nvSpPr>
          <p:cNvPr id="43" name="Text 37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test が候補に出ないときは、Actions タブ →「Test」→「Run workflow」で一度流す。メンバーが 1 人の WG は承認を 0 にする（自分の PR は承認できない）。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権限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メンバーに書き込み権限を付ける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 org へ招待しておく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の「People」→「Invite member」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リポジトリの「Settings」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左の「Collaborators and teams」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「Add people」を押す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ユーザー名で探して選ぶ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メンバーから聞いた GitHub のユーザー名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「Add … to this repository」で完了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role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0" y="2194560"/>
            <a:ext cx="33375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12080" y="2276856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40680" y="21945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20640" y="2523744"/>
            <a:ext cx="33375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12080" y="2606040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40680" y="25237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20640" y="2852928"/>
            <a:ext cx="3337560" cy="29260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212080" y="2935224"/>
            <a:ext cx="128016" cy="128016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40680" y="28529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20640" y="3182112"/>
            <a:ext cx="33375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0" y="326440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40680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120640" y="3511296"/>
            <a:ext cx="333756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12080" y="359359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40680" y="35112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120640" y="3886200"/>
            <a:ext cx="33375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20640" y="38862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name to this repository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卒業・退部したら、この画面と org の「People」から外す（手順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一覧に載せる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最初の状態は「準備中」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 URL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https://github.com/funITclub/wg-…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メンバーが卒業・退部したら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リポジトリから外す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 Collaborators and teams → その人の行のゴミ箱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リーダーが替わるとき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のメンバー欄を直す PR を出してもらう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動かす場所ができてから。RG ごと削除する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アプリを動かす場所（構成案）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テスト・イメージを作る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コンテナイメージ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funitclub-wg-&lt;名前&gt;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Container App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使われないときは 0 台まで縮む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ごとに 1 つ作る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デプロイの権限はこの RG の中だけ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hirahira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からは触らない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なぜ分けるか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リソースグループは WG ごとに分ける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権限を閉じる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のデプロイは自分の RG の中だけに届く。homepage・DB・Key Vault には触れない。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費用が見える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料金を RG ごとに集計できる。どの WG にいくらかかったか分かる。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片付けが簡単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 RG ごと削除する。消し忘れのリソースが残らない。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は今の RG（hirahira）のまま。hirahira_room や DB と同じ場所にあるため、WG のリソースは入れない。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2026-09-19T02:23:28Z</dcterms:created>
  <dcterms:modified xsi:type="dcterms:W3CDTF">2026-09-19T02:23:28Z</dcterms:modified>
</cp:coreProperties>
</file>