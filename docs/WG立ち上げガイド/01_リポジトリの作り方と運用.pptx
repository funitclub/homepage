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運営向けの資料です。WG が立ち上がるたびに、この順番で作業します。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1〜4 は WG が立ち上がったときに一度だけ行います。メンバーは本人がサイトの「WG に参加」から入るので、運営がチームに人を入れる作業はありません。抜けた人や卒業・退部、WG の終了のときは 5 を行います。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 を自分の個人アカウントのままにすると、org の外にリポジトリができてしまいます。作り直しになるので、必ず funITclub を選んでください。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Rulesets は org の無料プランでも公開リポジトリなら使えます。テンプレートから作ってもルールは引き継がれないので、WG ごとに作ります。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テストの名前 test は、wg-template の GitHub Actions のジョブ名です。一度も流れていないと候補に出ません。承認を必須にすると、自分の PR は自分では承認できないので、メンバーが 1 人のうちは 0 にしておきます。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があれば、ブランチを作って送り、プルリクエストを出してマージできます。リポジトリの設定を変えられる Maintain や Admin は付けません。チームの名前はリポジトリと同じ wg-&lt;名前&gt; にそろえます。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「GitHub のチーム」を入れた WG にだけ「WG に参加」が出ます。「活動中」の WG だけが TOP の「活動中のWG」の件数に入ります。Webアプリの URL が空欄のうちは「作成中」ページに繋がります。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メンバーかどうかは Classroom のクラブのクラスの名簿で決まります。クラブに登録するときに Classroom に入れておけば、その人は自分で WG に参加できます。卒業・退部した人は Classroom からも外してください。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メンバーは佛教大学の学生なので、卒業で入れ替わります。GitHub は学生かどうかを確かめないので、外し忘れると卒業後も書き込めるままになります。アーカイブしたリポジトリは読み取り専用で残り、あとから元に戻せます。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まだ用意していない構成案です。WG のアプリは Container Apps で動かし、イメージは GitHub のコンテナレジストリ（ghcr.io）に置きます。WG ごとにリソースグループ（RG）を分け、homepage と DB がある hirahira には入れません。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homepage の自動デプロイも、権限を App Service 1 つに絞り、RG の hirahira には付けていません。WG でも同じ考え方で、GitHub Actions から届く範囲を WG の RG に閉じます。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 IT club — WG 立ち上げガイド  01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リポジトリを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5BB8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作って見守る。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DDD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のリポジトリの作り方、main を守るルール、WG のチーム、サイトへの掲載、メンバーの交代と終了。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840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2026-09  ·  fun IT club 運営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94960" y="1051560"/>
            <a:ext cx="3291840" cy="3017520"/>
          </a:xfrm>
          <a:prstGeom prst="rect">
            <a:avLst/>
          </a:prstGeom>
          <a:solidFill>
            <a:srgbClr val="1A4A70"/>
          </a:solidFill>
          <a:ln w="12700">
            <a:solidFill>
              <a:srgbClr val="1A4A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23560" y="12070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資料は 4 本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160020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60020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概要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84708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2148840"/>
            <a:ext cx="3108960" cy="54864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23560" y="220370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20370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リポジトリの作り方と運用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245059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B8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623560" y="280720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280720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パソコンの準備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305409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全員・初回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623560" y="341071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341071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開発の進め方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365760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全員・毎日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01  ·  運営の作業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が立ち上がったらやること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499616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664208"/>
            <a:ext cx="384048" cy="384048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176" y="1709928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1792" y="22402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作る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26974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テンプレートから WG のリポジトリを作る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1792" y="4178808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E4F2FF"/>
          </a:solidFill>
          <a:ln w="12700">
            <a:solidFill>
              <a:srgbClr val="E4F2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792" y="41788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一度だけ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139696" y="1463040"/>
            <a:ext cx="1499616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304288" y="1664208"/>
            <a:ext cx="384048" cy="384048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304288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72" y="1709928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304288" y="22402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守る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2304288" y="26974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 に直接 push できないルールを作る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304288" y="4178808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E4F2FF"/>
          </a:solidFill>
          <a:ln w="12700">
            <a:solidFill>
              <a:srgbClr val="E4F2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2304288" y="41788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一度だけ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822192" y="1463040"/>
            <a:ext cx="1499616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986784" y="1664208"/>
            <a:ext cx="384048" cy="384048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986784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709928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986784" y="22402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3986784" y="26974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のチームを作り、リポジトリに Write を付ける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3986784" y="4178808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E4F2FF"/>
          </a:solidFill>
          <a:ln w="12700">
            <a:solidFill>
              <a:srgbClr val="E4F2FF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3986784" y="41788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一度だけ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5504688" y="1463040"/>
            <a:ext cx="1499616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5669280" y="1664208"/>
            <a:ext cx="384048" cy="384048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566928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1709928"/>
            <a:ext cx="292608" cy="292608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5669280" y="22402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載せる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5669280" y="26974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サイトの WG 紹介に載せ、チーム名を登録する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5669280" y="4178808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E4F2FF"/>
          </a:solidFill>
          <a:ln w="12700">
            <a:solidFill>
              <a:srgbClr val="E4F2FF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5669280" y="41788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一度だけ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7187184" y="1463040"/>
            <a:ext cx="1499616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7351776" y="1664208"/>
            <a:ext cx="384048" cy="384048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7351776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1709928"/>
            <a:ext cx="292608" cy="292608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7351776" y="22402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見守る</a:t>
            </a:r>
            <a:endParaRPr lang="en-US" sz="1600" dirty="0"/>
          </a:p>
        </p:txBody>
      </p:sp>
      <p:sp>
        <p:nvSpPr>
          <p:cNvPr id="41" name="Text 34"/>
          <p:cNvSpPr txBox="1"/>
          <p:nvPr/>
        </p:nvSpPr>
        <p:spPr>
          <a:xfrm>
            <a:off x="7351776" y="26974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抜けた人を外し、終わったらアーカイブ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7351776" y="4178808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E4F2FF"/>
          </a:solidFill>
          <a:ln w="12700">
            <a:solidFill>
              <a:srgbClr val="E4F2F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7351776" y="41788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そのつど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01  ·  手順 1  ·  作る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テンプレートからリポジトリを作る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38074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wg-template を開く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4592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github.com/funITclub/wg-template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02082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「Use this template」を押す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28600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右上の緑のボタン →「Create a new repository」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266090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Owner を funITclub にする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292608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自分のアカウントのままにしない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30098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名前を wg-&lt;名前&gt; にする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356616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英小文字とハイフン（例 wg-countdown）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931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394106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Public を選んで作る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420624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「Create repository」を押す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92040" y="1371600"/>
            <a:ext cx="37947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1371600"/>
            <a:ext cx="3794760" cy="274320"/>
          </a:xfrm>
          <a:prstGeom prst="rect">
            <a:avLst/>
          </a:prstGeom>
          <a:solidFill>
            <a:srgbClr val="E3E7EB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0056" y="146304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84648" y="146304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49240" y="146304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577840" y="1371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Create a new repository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new repository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120640" y="21031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*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120640" y="2322576"/>
            <a:ext cx="1234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193792" y="2322576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funITclub  ▾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6382512" y="2322576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537960" y="21031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name *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537960" y="2322576"/>
            <a:ext cx="1920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11112" y="2322576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wg-countdown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120640" y="269748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120640" y="2916936"/>
            <a:ext cx="3337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193792" y="2916936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63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カウントダウンのアプリを作る WG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138928" y="3364992"/>
            <a:ext cx="146304" cy="146304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78D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367528" y="33192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138928" y="3657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367528" y="3611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178040" y="4160520"/>
            <a:ext cx="1280160" cy="274320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178040" y="4160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repository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01  ·  手順 2  ·  守る（1 / 2）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 を守るルールを作る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38074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リポジトリの「Settings」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4592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上に並ぶタブのいちばん右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02082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左の「Rules」→「Rulesets」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266090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「New ruleset」→「New branch ruleset」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330098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名前と有効化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356616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Ruleset Name に main、Enforcement status は Active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931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" y="394106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対象のブランチ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96112" y="420624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Target branches の「Add target」→「Include default branch」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92040" y="1371600"/>
            <a:ext cx="37947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92040" y="1371600"/>
            <a:ext cx="3794760" cy="274320"/>
          </a:xfrm>
          <a:prstGeom prst="rect">
            <a:avLst/>
          </a:prstGeom>
          <a:solidFill>
            <a:srgbClr val="E3E7EB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0056" y="146304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84648" y="146304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49240" y="146304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77840" y="1371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Settings › Rules › Rulesets › New branch ruleset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120640" y="18288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Ruleset Name *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120640" y="2048256"/>
            <a:ext cx="3337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193792" y="2048256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120640" y="24231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Enforcement status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120640" y="2642616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193792" y="2642616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 ▾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120640" y="30632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branches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120640" y="3291840"/>
            <a:ext cx="1143000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120640" y="32918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target  ▾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120640" y="3657600"/>
            <a:ext cx="3337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212080" y="36576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default branch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6995160" y="3657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3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~DEFAULT_BRANCH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512064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続きは次のページ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01  ·  手順 2  ·  守る（2 / 2）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ルールの中身にチェックを入れる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38074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削除と force push を禁止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45920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Restrict deletions と Block force pushes は最初からオン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03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11226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プルリクエストを必須に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377440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Require a pull request… をオン。Required approvals は 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284378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テストの成功を必須に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3108960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Require status checks… →「Add checks」で test を選ぶ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566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57530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いちばん下の「Create」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92040" y="1371600"/>
            <a:ext cx="37947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1371600"/>
            <a:ext cx="3794760" cy="274320"/>
          </a:xfrm>
          <a:prstGeom prst="rect">
            <a:avLst/>
          </a:prstGeom>
          <a:solidFill>
            <a:srgbClr val="E3E7EB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0056" y="146304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84648" y="146304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49240" y="146304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577840" y="1371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Branch rules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20640" y="1847088"/>
            <a:ext cx="155448" cy="1554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8072" y="1874520"/>
            <a:ext cx="100584" cy="100584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5367528" y="18288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 deletions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120640" y="2167128"/>
            <a:ext cx="15544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367528" y="21488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linear history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120640" y="2487168"/>
            <a:ext cx="155448" cy="1554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72" y="2514600"/>
            <a:ext cx="100584" cy="100584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5367528" y="24688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a pull request before merging</a:t>
            </a:r>
            <a:endParaRPr lang="en-US" sz="950" dirty="0"/>
          </a:p>
        </p:txBody>
      </p:sp>
      <p:sp>
        <p:nvSpPr>
          <p:cNvPr id="33" name="Text 29"/>
          <p:cNvSpPr txBox="1"/>
          <p:nvPr/>
        </p:nvSpPr>
        <p:spPr>
          <a:xfrm>
            <a:off x="5367528" y="2670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approvals:  1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5120640" y="3035808"/>
            <a:ext cx="155448" cy="1554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72" y="3063240"/>
            <a:ext cx="100584" cy="100584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5367528" y="30175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status checks to pass</a:t>
            </a:r>
            <a:endParaRPr lang="en-US" sz="950" dirty="0"/>
          </a:p>
        </p:txBody>
      </p:sp>
      <p:sp>
        <p:nvSpPr>
          <p:cNvPr id="37" name="Text 32"/>
          <p:cNvSpPr txBox="1"/>
          <p:nvPr/>
        </p:nvSpPr>
        <p:spPr>
          <a:xfrm>
            <a:off x="5367528" y="32186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checks:  test</a:t>
            </a:r>
            <a:endParaRPr lang="en-US" sz="850" dirty="0"/>
          </a:p>
        </p:txBody>
      </p:sp>
      <p:sp>
        <p:nvSpPr>
          <p:cNvPr id="38" name="Shape 33"/>
          <p:cNvSpPr/>
          <p:nvPr/>
        </p:nvSpPr>
        <p:spPr>
          <a:xfrm>
            <a:off x="5120640" y="3584448"/>
            <a:ext cx="155448" cy="1554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2" y="3611880"/>
            <a:ext cx="100584" cy="100584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5367528" y="35661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force pushes</a:t>
            </a:r>
            <a:endParaRPr lang="en-US" sz="950" dirty="0"/>
          </a:p>
        </p:txBody>
      </p:sp>
      <p:sp>
        <p:nvSpPr>
          <p:cNvPr id="41" name="Shape 35"/>
          <p:cNvSpPr/>
          <p:nvPr/>
        </p:nvSpPr>
        <p:spPr>
          <a:xfrm>
            <a:off x="7680960" y="3886200"/>
            <a:ext cx="777240" cy="274320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7680960" y="38862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900" dirty="0"/>
          </a:p>
        </p:txBody>
      </p:sp>
      <p:sp>
        <p:nvSpPr>
          <p:cNvPr id="43" name="Text 37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test が候補に出ないときは、Actions タブ →「Test」→「Run workflow」で一度流す。メンバーが 1 人の WG は承認を 0 にする（自分の PR は承認できない）。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01  ·  手順 3  ·  チーム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のチームを作って権限を付ける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38074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チームを作る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4592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org の「Teams」→「New team」。名前は wg-&lt;名前&gt;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02082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公開範囲は Visible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28600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作った運営は maintainer で入る。そのままでよい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266090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リポジトリにチームを付ける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292608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Settings →「Collaborators and teams」→「Add teams」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30098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役割は「Write」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356616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チームを選び、Write で追加する（右の画面）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931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394106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メンバーは入れない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420624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本人がサイトの「WG に参加」から入る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92040" y="1371600"/>
            <a:ext cx="37947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1371600"/>
            <a:ext cx="3794760" cy="274320"/>
          </a:xfrm>
          <a:prstGeom prst="rect">
            <a:avLst/>
          </a:prstGeom>
          <a:solidFill>
            <a:srgbClr val="E3E7EB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0056" y="146304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84648" y="146304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49240" y="146304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577840" y="1371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Settings › Collaborators and teams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access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03720" y="1783080"/>
            <a:ext cx="749808" cy="2560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03720" y="17830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people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726680" y="1783080"/>
            <a:ext cx="749808" cy="256032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26680" y="17830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teams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120640" y="2240280"/>
            <a:ext cx="3337560" cy="658368"/>
          </a:xfrm>
          <a:prstGeom prst="rect">
            <a:avLst/>
          </a:prstGeom>
          <a:solidFill>
            <a:srgbClr val="DDF4FF"/>
          </a:solidFill>
          <a:ln w="12700">
            <a:solidFill>
              <a:srgbClr val="54AEFF"/>
            </a:solidFill>
            <a:prstDash val="solid"/>
          </a:ln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9512" y="2404872"/>
            <a:ext cx="274320" cy="274320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5623560" y="23042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wg-countdown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5623560" y="25603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· 3 members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7452360" y="2432304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452360" y="24323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Write  ▾</a:t>
            </a:r>
            <a:endParaRPr lang="en-US" sz="850" dirty="0"/>
          </a:p>
        </p:txBody>
      </p:sp>
      <p:sp>
        <p:nvSpPr>
          <p:cNvPr id="41" name="Text 38"/>
          <p:cNvSpPr txBox="1"/>
          <p:nvPr/>
        </p:nvSpPr>
        <p:spPr>
          <a:xfrm>
            <a:off x="5120640" y="30632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人ごとではなく、チームに 1 回だけ付ける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5120640" y="33832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メンバーは本人が「WG に参加」から入る。運営はチームに人を入れない。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457200" y="4645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抜けた人・卒業した人を外すのは運営（手順 5）。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01  ·  手順 4  ·  載せる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サイトの WG 一覧に載せる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38074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funitclub.org/edit/ にログイン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4592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編集画面は公開サイトからリンクしていない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02082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「WG紹介」→「WGを追加」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266090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右のように入れる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292608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「GitHub のチーム」に手順 3 のチーム名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330098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「追加する」を押す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56616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カードに「WG に参加」が出る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931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96112" y="394106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アプリができたら直す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420624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状態を「活動中」、Webアプリの URL を入れる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92040" y="1371600"/>
            <a:ext cx="37947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92040" y="1371600"/>
            <a:ext cx="3794760" cy="274320"/>
          </a:xfrm>
          <a:prstGeom prst="rect">
            <a:avLst/>
          </a:prstGeom>
          <a:solidFill>
            <a:srgbClr val="E3E7EB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0056" y="146304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84648" y="146304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49240" y="146304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577840" y="1371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funitclub.org/edit/wg/add/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5120640" y="17830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識別子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355080" y="1801368"/>
            <a:ext cx="21031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19088" y="1801368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WG-04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5120640" y="21122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名前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355080" y="2130552"/>
            <a:ext cx="21031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19088" y="2130552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カウントダウン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5120640" y="24414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355080" y="2459736"/>
            <a:ext cx="21031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19088" y="2459736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2〜3 行で、何を作る WG か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5120640" y="27706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355080" y="2788920"/>
            <a:ext cx="21031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19088" y="2788920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準備中  ▾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5120640" y="30998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Webアプリの URL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355080" y="3118104"/>
            <a:ext cx="21031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419088" y="3118104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（空欄のまま）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5120640" y="34290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追加リンクの名前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355080" y="3447288"/>
            <a:ext cx="21031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19088" y="3447288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5120640" y="375818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のチーム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355080" y="3776472"/>
            <a:ext cx="21031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419088" y="3776472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wg-countdown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120640" y="4133088"/>
            <a:ext cx="155448" cy="1554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5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8072" y="4160520"/>
            <a:ext cx="100584" cy="100584"/>
          </a:xfrm>
          <a:prstGeom prst="rect">
            <a:avLst/>
          </a:prstGeom>
        </p:spPr>
      </p:pic>
      <p:sp>
        <p:nvSpPr>
          <p:cNvPr id="52" name="Text 49"/>
          <p:cNvSpPr txBox="1"/>
          <p:nvPr/>
        </p:nvSpPr>
        <p:spPr>
          <a:xfrm>
            <a:off x="5367528" y="41148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公開する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7589520" y="4187952"/>
            <a:ext cx="868680" cy="292608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7589520" y="418795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追加する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01  ·  参加のしくみ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メンバーの参加は自動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719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1945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アドレスを入れる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51460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本人が「WG に参加」で大学のアドレスを入れる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404872" y="2331720"/>
            <a:ext cx="128016" cy="0"/>
          </a:xfrm>
          <a:prstGeom prst="line">
            <a:avLst/>
          </a:prstGeom>
          <a:noFill/>
          <a:ln w="19050">
            <a:solidFill>
              <a:srgbClr val="1A4A7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560320" y="141732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0" y="1600200"/>
            <a:ext cx="457200" cy="45720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72" y="171907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743200" y="21945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名簿で確かめる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2743200" y="251460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Classroom のクラブのクラスにいるか（運営の許可で読む）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507992" y="2331720"/>
            <a:ext cx="128016" cy="0"/>
          </a:xfrm>
          <a:prstGeom prst="line">
            <a:avLst/>
          </a:prstGeom>
          <a:noFill/>
          <a:ln w="19050">
            <a:solidFill>
              <a:srgbClr val="1A4A70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4663440" y="141732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46320" y="1600200"/>
            <a:ext cx="457200" cy="45720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171907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846320" y="21945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メールのリンク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846320" y="251460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アドレスの持ち主だと確かめる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611112" y="2331720"/>
            <a:ext cx="128016" cy="0"/>
          </a:xfrm>
          <a:prstGeom prst="line">
            <a:avLst/>
          </a:prstGeom>
          <a:noFill/>
          <a:ln w="19050">
            <a:solidFill>
              <a:srgbClr val="1A4A70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6766560" y="141732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949440" y="1600200"/>
            <a:ext cx="457200" cy="457200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1719072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949440" y="21945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チームに追加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6949440" y="251460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でログイン。org にいなければ招待が届く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457200" y="3429000"/>
            <a:ext cx="262432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40080" y="3538728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運営の作業はない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640080" y="3840480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チームを作ってサイトに登録しておけば、あとは本人が進める。Chat は Classroom の授業のリンクから本人が入る。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3259836" y="3429000"/>
            <a:ext cx="262432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3442716" y="3538728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個人の情報は残らない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3442716" y="3840480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アドレスも GitHub のユーザー名も、サイトは保存もログ出力もしない。メンバーかどうかは画面に出さず、メールで本人にだけ伝える。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6062472" y="3429000"/>
            <a:ext cx="262432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6245352" y="3538728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運営が替わったら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6245352" y="3840480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名簿を読む許可は運営（クラスの先生）のアカウント。替わったら許可し直す（deploy.txt）。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01  ·  手順 5  ·  見守る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メンバーの交代と、WG の終了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18488"/>
            <a:ext cx="457200" cy="45720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737360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6184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メンバーが抜けたら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" y="228600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24712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を抜けた人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" y="2560320"/>
            <a:ext cx="3172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チームの「Members」から外す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85800" y="3090672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090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24712" y="3099816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卒業・退部なら org から外す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124712" y="3364992"/>
            <a:ext cx="3172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org の「People」→ その人 →「Remove from organization」。チームからも外れる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85800" y="3895344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3895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124712" y="3904488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Classroom からも外す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124712" y="4169664"/>
            <a:ext cx="3172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外さないと「WG に参加」を通れてしまう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63440" y="1417320"/>
            <a:ext cx="40233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892040" y="1618488"/>
            <a:ext cx="457200" cy="457200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737360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486400" y="16184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が終わったら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4892040" y="228600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89204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5330952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サイトの WG 紹介を直す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5330952" y="2560320"/>
            <a:ext cx="3172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記録として残すか、「公開する」を外すか決める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892040" y="3090672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892040" y="3090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5330952" y="3099816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リポジトリをアーカイブ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5330952" y="3364992"/>
            <a:ext cx="3172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Settings のいちばん下 →「Archive this repository」。チームは消してよい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4892040" y="3895344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4892040" y="3895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5330952" y="3904488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アプリを止める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5330952" y="4169664"/>
            <a:ext cx="3172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動かす場所ができてから。RG ごと削除する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01  ·  公開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アプリを動かす場所（構成案）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863840" y="777240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0" y="7772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準備中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5603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18488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78992" y="16002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" y="2148840"/>
            <a:ext cx="2103120" cy="603504"/>
          </a:xfrm>
          <a:prstGeom prst="rect">
            <a:avLst/>
          </a:prstGeom>
          <a:solidFill>
            <a:srgbClr val="F2F5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2219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wg-&lt;名前&gt;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4688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のリポジトリ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737360" y="2770632"/>
            <a:ext cx="0" cy="237744"/>
          </a:xfrm>
          <a:prstGeom prst="line">
            <a:avLst/>
          </a:prstGeom>
          <a:noFill/>
          <a:ln w="15875">
            <a:solidFill>
              <a:srgbClr val="1A4A70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85800" y="3017520"/>
            <a:ext cx="2103120" cy="603504"/>
          </a:xfrm>
          <a:prstGeom prst="rect">
            <a:avLst/>
          </a:prstGeom>
          <a:solidFill>
            <a:srgbClr val="F2F5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30906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3375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テスト・イメージを作る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737360" y="3639312"/>
            <a:ext cx="0" cy="237744"/>
          </a:xfrm>
          <a:prstGeom prst="line">
            <a:avLst/>
          </a:prstGeom>
          <a:noFill/>
          <a:ln w="15875">
            <a:solidFill>
              <a:srgbClr val="1A4A70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85800" y="3886200"/>
            <a:ext cx="2103120" cy="603504"/>
          </a:xfrm>
          <a:prstGeom prst="rect">
            <a:avLst/>
          </a:prstGeom>
          <a:solidFill>
            <a:srgbClr val="F2F5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39593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ghcr.io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42062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コンテナイメージ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703320" y="1417320"/>
            <a:ext cx="4983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AD9"/>
            </a:solidFill>
            <a:prstDash val="dash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618488"/>
            <a:ext cx="310896" cy="31089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4343400" y="1600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Azure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4078224" y="2002536"/>
            <a:ext cx="2331720" cy="2286000"/>
          </a:xfrm>
          <a:prstGeom prst="rect">
            <a:avLst/>
          </a:prstGeom>
          <a:solidFill>
            <a:srgbClr val="CFE8FC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005072" y="2075688"/>
            <a:ext cx="2331720" cy="2286000"/>
          </a:xfrm>
          <a:prstGeom prst="rect">
            <a:avLst/>
          </a:prstGeom>
          <a:solidFill>
            <a:srgbClr val="CFE8FC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931920" y="2148840"/>
            <a:ext cx="2331720" cy="2286000"/>
          </a:xfrm>
          <a:prstGeom prst="rect">
            <a:avLst/>
          </a:prstGeom>
          <a:solidFill>
            <a:srgbClr val="E4F2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096512" y="22860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RG: funitclub-wg-&lt;名前&gt;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096512" y="2651760"/>
            <a:ext cx="200253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206240" y="2743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Container App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4206240" y="3044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使われないときは 0 台まで縮む</a:t>
            </a:r>
            <a:endParaRPr lang="en-US" sz="950" dirty="0"/>
          </a:p>
        </p:txBody>
      </p:sp>
      <p:sp>
        <p:nvSpPr>
          <p:cNvPr id="30" name="Text 26"/>
          <p:cNvSpPr txBox="1"/>
          <p:nvPr/>
        </p:nvSpPr>
        <p:spPr>
          <a:xfrm>
            <a:off x="4096512" y="3657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ごとに 1 つ作る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4096512" y="39319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デプロイの権限はこの RG の中だけ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6537960" y="2148840"/>
            <a:ext cx="1920240" cy="2286000"/>
          </a:xfrm>
          <a:prstGeom prst="rect">
            <a:avLst/>
          </a:prstGeom>
          <a:solidFill>
            <a:srgbClr val="F2F5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702552" y="22860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RG: hirahira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6702552" y="26517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homepage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PostgreSQL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Key Vault</a:t>
            </a:r>
            <a:endParaRPr lang="en-US" sz="1100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3721608"/>
            <a:ext cx="182880" cy="182880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6949440" y="36850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からは触らない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3035808" y="4187952"/>
            <a:ext cx="877824" cy="0"/>
          </a:xfrm>
          <a:prstGeom prst="line">
            <a:avLst/>
          </a:prstGeom>
          <a:noFill/>
          <a:ln w="19050">
            <a:solidFill>
              <a:srgbClr val="1A4A7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01  ·  公開  ·  なぜ分けるか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リソースグループは WG ごとに分ける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2432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658368" cy="658368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696" y="1908536"/>
            <a:ext cx="316017" cy="31601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560320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権限を閉じる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999232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のデプロイは自分の RG の中だけに届く。homepage・DB・Key Vault には触れない。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59836" y="1463040"/>
            <a:ext cx="262432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34156" y="1737360"/>
            <a:ext cx="658368" cy="658368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332" y="190853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34156" y="2560320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費用が見える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534156" y="2999232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料金を RG ごとに集計できる。どの WG にいくらかかったか分かる。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62472" y="1463040"/>
            <a:ext cx="262432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36792" y="1737360"/>
            <a:ext cx="658368" cy="658368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968" y="1908536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36792" y="2560320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片付けが簡単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336792" y="2999232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が終わったら RG ごと削除する。消し忘れのリソースが残らない。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homepage は今の RG（hirahira）のまま。hirahira_room や DB と同じ場所にあるため、WG のリソースは入れない。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WG 立ち上げガイド 01 リポジトリの作り方と運用</dc:title>
  <dc:subject>PptxGenJS Presentation</dc:subject>
  <dc:creator>PptxGenJS</dc:creator>
  <cp:lastModifiedBy>PptxGenJS</cp:lastModifiedBy>
  <cp:revision>1</cp:revision>
  <dcterms:created xsi:type="dcterms:W3CDTF">2026-09-19T07:55:39Z</dcterms:created>
  <dcterms:modified xsi:type="dcterms:W3CDTF">2026-09-19T07:55:39Z</dcterms:modified>
</cp:coreProperties>
</file>