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1〜4 は WG が立ち上がったときに一度だけ行います。メンバーは本人がサイトの「WG に参加」から入るので、運営がチームに人を入れる作業はありません。抜けた人や卒業・退部、WG の終了のときは 5 を行います。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メンバーは佛教大学の学生なので、卒業で入れ替わります。GitHub は学生かどうかを確かめないので、外し忘れると卒業後も書き込めるままになります。アーカイブしたリポジトリは読み取り専用で残り、あとから元に戻せます。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214884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 WG のリポジトリを作る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テンプレートの仕組みで守られる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作業なし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紹介に載せ、チーム名を登録する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のチーム」に手順 3 のチーム名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wg-countdown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動かす場所ができてから。RG ごと削除する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アプリを動かす場所（構成案）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テスト・イメージを作る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コンテナイメージ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funitclub-wg-&lt;名前&gt;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Container App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使われないときは 0 台まで縮む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ごとに 1 つ作る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デプロイの権限はこの RG の中だけ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hirahira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からは触らない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なぜ分けるか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リソースグループは WG ごとに分ける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権限を閉じる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のデプロイは自分の RG の中だけに届く。homepage・DB・Key Vault には触れない。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費用が見える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料金を RG ごとに集計できる。どの WG にいくらかかったか分かる。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片付けが簡単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 RG ごと削除する。消し忘れのリソースが残らない。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は今の RG（hirahira）のまま。hirahira_room や DB と同じ場所にあるため、WG のリソースは入れない。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2026-09-19T08:46:54Z</dcterms:created>
  <dcterms:modified xsi:type="dcterms:W3CDTF">2026-09-19T08:46:54Z</dcterms:modified>
</cp:coreProperties>
</file>