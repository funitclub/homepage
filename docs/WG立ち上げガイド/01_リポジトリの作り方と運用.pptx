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運営向けの資料です。WG が立ち上がるたびに、この順番で作業します。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1〜4 は WG が立ち上がったときに一度だけ行います。メンバーが増えたらチームに足し、卒業・退部や WG の終了のときは 5 を行います。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Owner を自分の個人アカウントのままにすると、org の外にリポジトリができてしまいます。作り直しになるので、必ず funITclub 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Rulesets は org の無料プランでも公開リポジトリなら使えます。テンプレートから作ってもルールは引き継がれないので、WG ごとに作ります。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テストの名前 test は、wg-template の GitHub Actions のジョブ名です。一度も流れていないと候補に出ません。承認を必須にすると、自分の PR は自分では承認できないので、メンバーが 1 人のうちは 0 にしておきます。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があれば、ブランチを作って送り、プルリクエストを出してマージできます。リポジトリの設定を変えられる Maintain や Admin は付けません。チームの名前はリポジトリと同じ wg-&lt;名前&gt; にそろえます。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「活動中」の WG だけが TOP の「活動中のWG」の件数に入ります。Webアプリの URL が空欄のうちは「作成中」ページに繋がります。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メンバーは佛教大学の学生なので、卒業で入れ替わります。GitHub は学生かどうかを確かめないので、外し忘れると卒業後も書き込めるままになります。アーカイブしたリポジトリは読み取り専用で残り、あとから元に戻せます。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まだ用意していない構成案です。WG のアプリは Container Apps で動かし、イメージは GitHub のコンテナレジストリ（ghcr.io）に置きます。WG ごとにリソースグループ（RG）を分け、homepage と DB がある hirahira には入れません。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homepage の自動デプロイも、権限を App Service 1 つに絞り、RG の hirahira には付けていません。WG でも同じ考え方で、GitHub Actions から届く範囲を WG の RG に閉じます。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作って見守る。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のリポジトリの作り方、main を守るルール、WG のチーム、サイトへの掲載、メンバーの交代と終了。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0" y="2148840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運営の作業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が立ち上がったらやること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8176" y="170992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 WG のリポジトリを作る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304288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0428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709928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304288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できないルールを作る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04288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04288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986784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986784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709928"/>
            <a:ext cx="292608" cy="29260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3986784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のチームを作り、リポジトリに Write を付ける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986784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986784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669280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669280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1709928"/>
            <a:ext cx="292608" cy="29260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載せる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5669280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一覧に「準備中」で載せる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5669280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669280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7351776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7351776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709928"/>
            <a:ext cx="292608" cy="292608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見守る</a:t>
            </a:r>
            <a:endParaRPr lang="en-US" sz="1600" dirty="0"/>
          </a:p>
        </p:txBody>
      </p:sp>
      <p:sp>
        <p:nvSpPr>
          <p:cNvPr id="41" name="Text 34"/>
          <p:cNvSpPr txBox="1"/>
          <p:nvPr/>
        </p:nvSpPr>
        <p:spPr>
          <a:xfrm>
            <a:off x="7351776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人の出入りはチームで。終わったらアーカイブ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7351776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7351776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そのつど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1  ·  作る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wg-template 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github.com/funITclub/wg-template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this template」を押す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右上の緑のボタン →「Create a new repository」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Owner を funITclub にする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自分のアカウントのままにしない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 wg-&lt;名前&gt; にする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英小文字とハイフン（例 wg-countdown）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Public を選んで作る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「Create repository」を押す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Create a new repository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repository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10312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*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120640" y="2322576"/>
            <a:ext cx="12344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93792" y="2322576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 ▾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382512" y="2322576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21031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name *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537960" y="2322576"/>
            <a:ext cx="19202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11112" y="232257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69748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120640" y="2916936"/>
            <a:ext cx="3337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93792" y="2916936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カウントダウンのアプリを作る WG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138928" y="3364992"/>
            <a:ext cx="146304" cy="14630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367528" y="33192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138928" y="3657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367528" y="3611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repository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2  ·  守る（1 / 2）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を守るルールを作る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リポジトリの「Settings」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上に並ぶタブのいちばん右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左の「Rules」→「Rulesets」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「New ruleset」→「New branch ruleset」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名前と有効化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Ruleset Name に main、Enforcement status は Active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対象のブランチ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Target branches の「Add target」→「Include default branch」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› Rules › Rulesets › New branch ruleset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120640" y="182880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Ruleset Name *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120640" y="2048256"/>
            <a:ext cx="3337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193792" y="2048256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42316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Enforcement status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120640" y="2642616"/>
            <a:ext cx="16459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93792" y="2642616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 ▾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120640" y="30632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branches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120640" y="3291840"/>
            <a:ext cx="1143000" cy="256032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20640" y="329184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target  ▾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120640" y="3657600"/>
            <a:ext cx="33375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12080" y="36576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 default branch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995160" y="36576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~DEFAULT_BRANCH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12064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続きは次のページ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2  ·  守る（2 / 2）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ルールの中身にチェックを入れる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削除と force push を禁止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Restrict deletions と Block force pushes は最初からオン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03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プルリクエストを必須に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377440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Require a pull request… をオン。Required approvals は 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437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テストの成功を必須に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08960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Require status checks… →「Add checks」で test を選ぶ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753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いちばん下の「Create」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892040" y="1371600"/>
            <a:ext cx="37947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Branch rules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20640" y="184708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8072" y="1874520"/>
            <a:ext cx="100584" cy="100584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5367528" y="18288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 deletions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120640" y="2167128"/>
            <a:ext cx="155448" cy="155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367528" y="21488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 linear history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120640" y="248716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072" y="2514600"/>
            <a:ext cx="100584" cy="100584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5367528" y="24688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 a pull request before merging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5367528" y="26700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approvals:  1</a:t>
            </a:r>
            <a:endParaRPr lang="en-US" sz="850" dirty="0"/>
          </a:p>
        </p:txBody>
      </p:sp>
      <p:sp>
        <p:nvSpPr>
          <p:cNvPr id="34" name="Shape 30"/>
          <p:cNvSpPr/>
          <p:nvPr/>
        </p:nvSpPr>
        <p:spPr>
          <a:xfrm>
            <a:off x="5120640" y="303580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072" y="3063240"/>
            <a:ext cx="100584" cy="100584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5367528" y="30175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 status checks to pass</a:t>
            </a:r>
            <a:endParaRPr lang="en-US" sz="950" dirty="0"/>
          </a:p>
        </p:txBody>
      </p:sp>
      <p:sp>
        <p:nvSpPr>
          <p:cNvPr id="37" name="Text 32"/>
          <p:cNvSpPr txBox="1"/>
          <p:nvPr/>
        </p:nvSpPr>
        <p:spPr>
          <a:xfrm>
            <a:off x="5367528" y="321868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checks:  test</a:t>
            </a:r>
            <a:endParaRPr lang="en-US" sz="850" dirty="0"/>
          </a:p>
        </p:txBody>
      </p:sp>
      <p:sp>
        <p:nvSpPr>
          <p:cNvPr id="38" name="Shape 33"/>
          <p:cNvSpPr/>
          <p:nvPr/>
        </p:nvSpPr>
        <p:spPr>
          <a:xfrm>
            <a:off x="5120640" y="358444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2" y="3611880"/>
            <a:ext cx="100584" cy="10058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5367528" y="3566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force pushes</a:t>
            </a:r>
            <a:endParaRPr lang="en-US" sz="950" dirty="0"/>
          </a:p>
        </p:txBody>
      </p:sp>
      <p:sp>
        <p:nvSpPr>
          <p:cNvPr id="41" name="Shape 35"/>
          <p:cNvSpPr/>
          <p:nvPr/>
        </p:nvSpPr>
        <p:spPr>
          <a:xfrm>
            <a:off x="7680960" y="3886200"/>
            <a:ext cx="77724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7680960" y="38862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endParaRPr lang="en-US" sz="900" dirty="0"/>
          </a:p>
        </p:txBody>
      </p:sp>
      <p:sp>
        <p:nvSpPr>
          <p:cNvPr id="43" name="Text 37"/>
          <p:cNvSpPr txBox="1"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test が候補に出ないときは、Actions タブ →「Test」→「Run workflow」で一度流す。メンバーが 1 人の WG は承認を 0 にする（自分の PR は承認できない）。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3  ·  チーム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のチームを作って権限を付ける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メンバーを org に招待する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の「People」→「Invite member」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の「Teams」→「New team」。名前は wg-&lt;名前&gt;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メンバーをチームに入れる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チームの「Members」→「Add a member」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リポジトリにチームを付ける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→「Collaborators and teams」→「Add teams」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役割は「Write」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チームを選び、Write で追加する（右の画面）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› Collaborators and teams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access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people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teams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120640" y="2240280"/>
            <a:ext cx="3337560" cy="658368"/>
          </a:xfrm>
          <a:prstGeom prst="rect">
            <a:avLst/>
          </a:prstGeom>
          <a:solidFill>
            <a:srgbClr val="DDF4FF"/>
          </a:solidFill>
          <a:ln w="12700">
            <a:solidFill>
              <a:srgbClr val="54AEFF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404872"/>
            <a:ext cx="274320" cy="274320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5623560" y="23042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5623560" y="25603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3 members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Write  ▾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5120640" y="3063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人ごとではなく、チームに 1 回だけ付ける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5120640" y="33832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メンバーの出入りはチームの「Members」で増減するだけ。リポジトリの設定は触らない。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卒業・退部したら org から外す。すべてのチームからも外れる（手順 5）。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4  ·  載せる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一覧に載せる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編集画面は公開サイトからリンクしていない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「WG紹介」→「WGを追加」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右のように入れる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最初の状態は「準備中」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「追加する」を押す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一覧に「準備中」のカードが出る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アプリができたら直す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状態を「活動中」、Webアプリの URL を入れる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funitclub.org/edit/wg/add/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7830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識別子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55080" y="180136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19088" y="18013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WG-04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211226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55080" y="213055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19088" y="213055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120640" y="24414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355080" y="2459736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2459736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7706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355080" y="2788920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19088" y="2788920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  ▾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30998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55080" y="3118104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19088" y="3118104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（空欄のまま）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120640" y="34290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追加リンクの名前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355080" y="344728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19088" y="344728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120640" y="37581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追加リンクの URL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355080" y="377647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19088" y="377647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https://github.com/funITclub/wg-…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120640" y="413308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8072" y="4160520"/>
            <a:ext cx="100584" cy="100584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5367528" y="41148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公開する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追加する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5  ·  見守る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メンバーの交代と、WG の終了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メンバーが抜けたら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を抜けるだけなら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チームの「Members」から外す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卒業・退部なら org から外す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の「People」→ その人 →「Remove from organization」。チームからも外れる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リーダーが替わるとき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 のメンバー欄を直す PR を出してもらう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紹介を直す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記録として残すか、「公開する」を外すか決める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リポジトリをアーカイブ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のいちばん下 →「Archive this repository」。チームは消してよい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アプリを止める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動かす場所ができてから。RG ごと削除する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アプリを動かす場所（構成案）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863840" y="77724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0" y="7772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560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184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8992" y="160020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" y="214884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2219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wg-&lt;名前&gt;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37360" y="277063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85800" y="301752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309067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3375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テスト・イメージを作る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737360" y="363931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85800" y="388620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39593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ghcr.io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2062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コンテナイメージ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703320" y="1417320"/>
            <a:ext cx="4983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dash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18488"/>
            <a:ext cx="310896" cy="310896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343400" y="1600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4078224" y="2002536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005072" y="2075688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931920" y="2148840"/>
            <a:ext cx="2331720" cy="228600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096512" y="22860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RG: funitclub-wg-&lt;名前&gt;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096512" y="2651760"/>
            <a:ext cx="200253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20624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Container App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4206240" y="3044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使われないときは 0 台まで縮む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4096512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ごとに 1 つ作る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096512" y="39319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デプロイの権限はこの RG の中だけ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6537960" y="2148840"/>
            <a:ext cx="1920240" cy="228600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02552" y="22860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RG: hirahira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6702552" y="26517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PostgreSQL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Key Vault</a:t>
            </a:r>
            <a:endParaRPr lang="en-US" sz="11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3721608"/>
            <a:ext cx="182880" cy="18288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6949440" y="36850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からは触らない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3035808" y="4187952"/>
            <a:ext cx="877824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なぜ分けるか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リソースグループは WG ごとに分ける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696" y="1908536"/>
            <a:ext cx="316017" cy="3160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権限を閉じる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のデプロイは自分の RG の中だけに届く。homepage・DB・Key Vault には触れない。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59836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34156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332" y="1908536"/>
            <a:ext cx="316017" cy="31601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4156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費用が見える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34156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料金を RG ごとに集計できる。どの WG にいくらかかったか分かる。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62472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968" y="1908536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6792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片付けが簡単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 RG ごと削除する。消し忘れのリソースが残らない。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は今の RG（hirahira）のまま。hirahira_room や DB と同じ場所にあるため、WG のリソースは入れない。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01 リポジトリの作り方と運用</dc:title>
  <dc:subject>PptxGenJS Presentation</dc:subject>
  <dc:creator>PptxGenJS</dc:creator>
  <cp:lastModifiedBy>PptxGenJS</cp:lastModifiedBy>
  <cp:revision>1</cp:revision>
  <dcterms:created xsi:type="dcterms:W3CDTF">2026-09-19T02:41:59Z</dcterms:created>
  <dcterms:modified xsi:type="dcterms:W3CDTF">2026-09-19T02:41:59Z</dcterms:modified>
</cp:coreProperties>
</file>