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には直接送れないようにルールで止めてあります。必ず自分のブランチを作ってから作業します。コミットは区切りのいいところで何回してもかまいません。初めて送るときは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の帯が出ます。テストが赤いまま、または承認がないとマージできません。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35584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のため）。makemigrations / migrate / test は「ターミナル」→「タスクの実行」からも選べる。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に送ろうとして拒否された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はルールで守っている）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マージのボタンが押せない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が緑か、Approve をもらったか確かめる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2026-09-19T07:55:39Z</dcterms:created>
  <dcterms:modified xsi:type="dcterms:W3CDTF">2026-09-19T07:55:39Z</dcterms:modified>
</cp:coreProperties>
</file>