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パソコンの準備（資料 02）が終わった人向けの、毎日の作業の資料です。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は WG のみんなの完成版です。直接は変更できないようにしてあるので、自分のブランチで作ってから、プルリクエストで main にまとめてもらいます。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作業部屋の中身は Docker を終了しても消えません。次に開けば続きから作業できます。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 のままコミットしようとすると、VS Code がブランチを作るように促します。main への push も手元で止めてあります。必ず自分のブランチを作ってから作業します。コミットは区切りのいいところで何回してもかまいません。初めて送るときは GitHub へのサインインを求められるので、許可してブラウザで Authorize を押します。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ブラウザで GitHub のリポジトリを開くと、送ったブランチについて Compare &amp; pull request の帯が出ます。テストが赤いまま、または承認がないうちは、マージしないでください。非公開のリポジトリなので仕組みでは止まりません。WG の決まりとして守ります。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レビューは間違い探しではなく、みんなの main を守るための確認です。分からないところは質問として書いて構いません。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コマンドは VS Code の中のターミナルで打ちます。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公開リポジトリに一度送った秘密情報は、消してもフォークやアーカイブに残ります。漏れたときは消すだけでなく、キーそのものを作り直す必要があります。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詳しい対処は homepage の docs/development.md の「困ったとき」にあります。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作って、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届ける。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毎日の始め方と終わり方、ブランチ → プルリクエスト → マージの流れ、レビューのしかた。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メンバー全員・毎日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1051560"/>
            <a:ext cx="3291840" cy="301752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207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4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6002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6002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84708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220370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2037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623560" y="280720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807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0" y="3355848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23560" y="341071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41071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5760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ブランチで作って、main にまとめる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2926080"/>
            <a:ext cx="7680960" cy="0"/>
          </a:xfrm>
          <a:prstGeom prst="line">
            <a:avLst/>
          </a:prstGeom>
          <a:noFill/>
          <a:ln w="38100">
            <a:solidFill>
              <a:srgbClr val="001E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0358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461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みんなの完成版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 flipV="1">
            <a:off x="2103120" y="2103120"/>
            <a:ext cx="548640" cy="82296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51760" y="2103120"/>
            <a:ext cx="3657600" cy="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2103120"/>
            <a:ext cx="548640" cy="822960"/>
          </a:xfrm>
          <a:prstGeom prst="line">
            <a:avLst/>
          </a:prstGeom>
          <a:noFill/>
          <a:ln w="38100">
            <a:solidFill>
              <a:srgbClr val="5BB8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3200" y="153619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add-login-page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175564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自分の作業場所（ブランチ）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881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025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88936" y="2825496"/>
            <a:ext cx="201168" cy="201168"/>
          </a:xfrm>
          <a:prstGeom prst="ellipse">
            <a:avLst/>
          </a:prstGeom>
          <a:solidFill>
            <a:srgbClr val="001E3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826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970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11496" y="2002536"/>
            <a:ext cx="201168" cy="201168"/>
          </a:xfrm>
          <a:prstGeom prst="ellipse">
            <a:avLst/>
          </a:prstGeom>
          <a:solidFill>
            <a:srgbClr val="5BB8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11696" y="2779776"/>
            <a:ext cx="292608" cy="292608"/>
          </a:xfrm>
          <a:prstGeom prst="ellipse">
            <a:avLst/>
          </a:prstGeom>
          <a:solidFill>
            <a:srgbClr val="5BB8FF"/>
          </a:solidFill>
          <a:ln w="25400">
            <a:solidFill>
              <a:srgbClr val="001E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20240" y="224028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92024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60520" y="228600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6052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760720" y="228600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76072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95160" y="3017520"/>
            <a:ext cx="274320" cy="27432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95160" y="3017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ブランチを作る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から枝分かれ。何をしても main は壊れない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56032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56032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292608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コミットする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256032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変更を記録する。何回してもよい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66344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66344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66344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「main にまとめて」とお願いする。テストと確認が入る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766560" y="36576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6656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7132320" y="366674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マージする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766560" y="40233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に取り込まれる。ブランチは消してよい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毎日の作業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始め方と終わり方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18488"/>
            <a:ext cx="457200" cy="45720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始めるとき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を起動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2471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緑になるまで待つ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を開く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333756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開かなければ「ファイル」→「最近使用した項目を開く」→ [開発コンテナー] 付きのもの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580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最新にする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「ソース管理」→「…」→「プル」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1417320"/>
            <a:ext cx="402336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892040" y="1618488"/>
            <a:ext cx="457200" cy="45720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1737360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48640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終わるとき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4892040" y="23317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9204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5330952" y="234086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 GitHub に送る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5330952" y="260604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次のページの手順でコミットして発行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892040" y="30632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892040" y="3063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5330952" y="307238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を閉じる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4892040" y="3794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892040" y="3794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80390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を終了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5330952" y="4069080"/>
            <a:ext cx="31729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メモリを使うので。クジラ →「Quit Docker Desktop」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変更を届ける 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Code：ブランチを作ってコミット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最新にする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 main のまま「ソース管理」→「…」→「プル」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ブランチを作る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左下の main →「+ 新しいブランチの作成...」→ 名前を入れる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作ってテストする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で確かめ、python manage.py test で OK を確かめる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コミットする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「ソース管理」で何を変えたか書いて「コミット」。聞かれたら「はい」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4224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に送る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42245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「Branch の発行」（2 回目からは「変更の同期」）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40680" y="1371600"/>
            <a:ext cx="3246120" cy="32461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40680" y="1371600"/>
            <a:ext cx="324612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686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332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978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26480" y="1371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ソース管理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23560" y="1783080"/>
            <a:ext cx="28803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715000" y="178308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ログイン画面を追加する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623560" y="2194560"/>
            <a:ext cx="2880360" cy="2926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23560" y="21945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コミット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0" y="260604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  2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5806440" y="28803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views.py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0" y="28803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2C08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5806440" y="315468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login.html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315468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73C9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623560" y="3566160"/>
            <a:ext cx="2880360" cy="292608"/>
          </a:xfrm>
          <a:prstGeom prst="rect">
            <a:avLst/>
          </a:prstGeom>
          <a:solidFill>
            <a:srgbClr val="3C3C3C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623560" y="35661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☁ Branch の発行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40680" y="4343400"/>
            <a:ext cx="324612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40680" y="4343400"/>
            <a:ext cx="4114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40680" y="43434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&gt;&lt;</a:t>
            </a:r>
            <a:endParaRPr lang="en-US" sz="1000" dirty="0"/>
          </a:p>
        </p:txBody>
      </p:sp>
      <p:pic>
        <p:nvPicPr>
          <p:cNvPr id="4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4407408"/>
            <a:ext cx="146304" cy="146304"/>
          </a:xfrm>
          <a:prstGeom prst="rect">
            <a:avLst/>
          </a:prstGeom>
        </p:spPr>
      </p:pic>
      <p:sp>
        <p:nvSpPr>
          <p:cNvPr id="45" name="Text 42"/>
          <p:cNvSpPr txBox="1"/>
          <p:nvPr/>
        </p:nvSpPr>
        <p:spPr>
          <a:xfrm>
            <a:off x="6153912" y="4343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add-login-page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変更を届ける 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GitHub：プルリクエストを出してマージ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&amp; pull request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リポジトリを開くと出る黄色い帯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984248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139696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276856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76856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276856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pull request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276856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何を変えたか・どう確かめたか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66744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22192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959352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59352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959352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が緑になる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959352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赤なら直して、もう一度送る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49240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504688" y="1417320"/>
            <a:ext cx="14996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641848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41848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641848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をもらう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41848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の誰かに見てもらう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031736" y="2125980"/>
            <a:ext cx="128016" cy="0"/>
          </a:xfrm>
          <a:prstGeom prst="line">
            <a:avLst/>
          </a:prstGeom>
          <a:noFill/>
          <a:ln w="1905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187184" y="1417320"/>
            <a:ext cx="1499616" cy="141732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324344" y="1554480"/>
            <a:ext cx="310896" cy="310896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24344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324344" y="196596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Squash and merge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7324344" y="2377440"/>
            <a:ext cx="1225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 Delete branch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01752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85800" y="318211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レビューする人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「Files changed」で変更を見る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気になる行は「+」でコメント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「Review changes」→「Approve」→「Submit review」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663440" y="3017520"/>
            <a:ext cx="40233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892040" y="318211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マージしたあと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489204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の左下で main に戻る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「ソース管理」→「…」→「プル」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次の作業は、また新しいブランチから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レビュー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プルリクエストを確認する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 のリンクを開く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の仲間から送られてくる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「Files changed」タブ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変えたところが緑（追加）と赤（削除）で出る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気になる行にコメント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行番号の横の「+」を押して書く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「Review changes」を押す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右上のボタン（右の画面）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選んで「Submit review」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良ければ Approve、直してほしければ Request changes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137160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83480" y="137160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114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406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0" y="1371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Review changes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212080" y="1783080"/>
            <a:ext cx="32461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03520" y="1828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32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ログイン画面を開いて、動きを確かめました。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239512" y="2871216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0" y="28346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28346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意見だけ伝える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239512" y="3255264"/>
            <a:ext cx="137160" cy="137160"/>
          </a:xfrm>
          <a:prstGeom prst="ellipse">
            <a:avLst/>
          </a:prstGeom>
          <a:solidFill>
            <a:srgbClr val="FFFFFF"/>
          </a:solidFill>
          <a:ln w="50800">
            <a:solidFill>
              <a:srgbClr val="0078D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0" y="321868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903720" y="32186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マージしてよい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239512" y="3639312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0" y="360273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changes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903720" y="360273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直してからもう一度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360920" y="3931920"/>
            <a:ext cx="1097280" cy="274320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360920" y="39319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review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コメントは具体的に、やさしく。直してほしいときは、どこをどう直すかまで書く。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よく使う操作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よく使う操作とコマンド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やりたいこと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やり方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サイトを起動する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F5（止めるのは Shift + F5）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テストを流す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test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モデルを変えた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makemigrations → migrate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管理画面のアカウントを作る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manage.py createsuperuser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パッケージを足す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4A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requirements.txt に書き、pip install -r requirements.txt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ターミナルを開く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「ターミナル」→「新しいターミナル」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コマンドは Windows でも Mac でも同じ（作業部屋の中は Linux のため）。makemigrations / migrate / test は「ターミナル」→「タスクの実行」からも選べる。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ルール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守ることは 4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に直接 push しない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必ずプルリクエストを出し、テストとレビューを通す。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パスワードや API キーを書かない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66928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リポジトリは公開。消しても履歴に残る。.env に置く。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352592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学籍番号が公開されてしまう。コード・README・コミットのメールすべて。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66344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93776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406" y="352592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6928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送る前にテストを流す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66928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manage.py test が通ってから送る。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·  困ったとき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よくあるつまずき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こうなったら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こうする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のまま変更してしまった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そのまま「+ 新しいブランチの作成...」。変更は新しいブランチに移る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コミットでブランチ名を聞かれた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のままだった。名前（例 add-login-page）を入れて進める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main に送ろうとして止められた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ブランチを作ってから送る（main への push は手元で止めている）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Test が赤い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 の「Details」でエラーを見る。手元で python manage.py test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マージしてよいか迷う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Test が緑で Approve をもらってから（仕組みでは止まらない）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no such table と出る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ターミナルで python manage.py migrate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送れない（403）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「WG に参加」を済ませ、招待の Join を押したか確かめる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それでも進まないときは、画面のスクリーンショットと「どの資料の、手順の何番で止まったか」を添えて運営へ。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03 開発の進め方</dc:title>
  <dc:subject>PptxGenJS Presentation</dc:subject>
  <dc:creator>PptxGenJS</dc:creator>
  <cp:lastModifiedBy>PptxGenJS</cp:lastModifiedBy>
  <cp:revision>1</cp:revision>
  <dcterms:created xsi:type="dcterms:W3CDTF">2026-09-19T08:46:54Z</dcterms:created>
  <dcterms:modified xsi:type="dcterms:W3CDTF">2026-09-19T08:46:54Z</dcterms:modified>
</cp:coreProperties>
</file>