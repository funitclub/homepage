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パソコンの準備（資料 02）が終わった人向けの、毎日の作業の資料です。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 WG のみんなの完成版です。直接は変更できないようにしてあるので、自分のブランチで作ってから、プルリクエストで main にまとめてもらいます。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作業部屋の中身は Docker を終了しても消えません。次に開けば続きから作業できます。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のままコミットしようとすると、VS Code がブランチを作るように促します。main への push も手元で止めてあります。必ず自分のブランチを作ってから作業します。コミットは区切りのいいところで何回してもかまいません。初めて送るときは GitHub へのサインインを求められるので、許可してブラウザで Authorize 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GitHub のリポジトリを開くと、送ったブランチについて Compare &amp; pull request の帯が出ます。テストが赤いまま、または承認がないうちは、マージしないでください。非公開のリポジトリなので仕組みでは止まりません。WG の決まりとして守ります。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レビューは間違い探しではなく、みんなの main を守るための確認です。分からないところは質問として書いて構いません。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コマンドは VS Code の中のターミナルで打ちます。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毎日の始め方と終わり方、ブランチ → プルリクエスト → マージの流れ、レビューのしかた。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メンバー全員・毎日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3355848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ブランチで作って、main にまとめる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みんなの完成版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210312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2103120"/>
            <a:ext cx="3657600" cy="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755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自分の作業場所（ブランチ）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881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889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26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70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114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11696" y="2779776"/>
            <a:ext cx="292608" cy="292608"/>
          </a:xfrm>
          <a:prstGeom prst="ellipse">
            <a:avLst/>
          </a:prstGeom>
          <a:solidFill>
            <a:srgbClr val="5BB8FF"/>
          </a:solidFill>
          <a:ln w="25400">
            <a:solidFill>
              <a:srgbClr val="001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224028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202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605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01752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から枝分かれ。何をしても main は壊れない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変更を記録する。何回してもよい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「main にまとめて」とお願いする。テストと確認が入る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13232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に取り込まれる。ブランチは消してよい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毎日の作業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始めるとき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緑になるまで待つ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開かなければ「ファイル」→「最近使用した項目を開く」→ [開発コンテナー] 付きのもの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終わるとき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 GitHub に送る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次のページの手順でコミットして発行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を閉じる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を終了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メモリを使うので。クジラ →「Quit Docker Desktop」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Code：ブランチを作ってコミット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 main のまま「ソース管理」→「…」→「プル」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左下の main →「+ 新しいブランチの作成...」→ 名前を入れる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作ってテストする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で確かめ、python manage.py test で OK を確かめる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「ソース管理」で何を変えたか書いて「コミット」。聞かれたら「はい」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に送る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「Branch の発行」（2 回目からは「変更の同期」）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40680" y="1371600"/>
            <a:ext cx="32461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1371600"/>
            <a:ext cx="32461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686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32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978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ソース管理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1783080"/>
            <a:ext cx="28803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15000" y="1783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ログイン画面を追加する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コミット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06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 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2880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2C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31546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login.html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3C9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☁ Branch の発行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40680" y="4343400"/>
            <a:ext cx="324612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407408"/>
            <a:ext cx="146304" cy="14630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153912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GitHub：プルリクエストを出してマージ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リポジトリを開くと出る黄色い帯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84248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76856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7685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pull request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何を変えたか・どう確かめたか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66744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59352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59352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が緑になる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59352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赤なら直して、もう一度送る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49240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41848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4184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をもらう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41848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の誰かに見てもらう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31736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499616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4344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2434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Squash and merge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324344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 Delete branch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レビューする人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changed」で変更を見る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気になる行は「+」でコメント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changes」→「Approve」→「Submit review」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9204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マージしたあと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の左下で main に戻る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次の作業は、また新しいブランチから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レビュー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 のリンクを開く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の仲間から送られてくる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changed」タブ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変えたところが緑（追加）と赤（削除）で出る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気になる行にコメント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行番号の横の「+」を押して書く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changes」を押す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選んで「Submit review」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良ければ Approve、直してほしければ Request changes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Review changes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12080" y="1783080"/>
            <a:ext cx="3246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828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ログイン画面を開いて、動きを確かめました。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9512" y="287121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0" y="28346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8346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意見だけ伝える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9512" y="3255264"/>
            <a:ext cx="137160" cy="1371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3218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マージしてよい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39512" y="363931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36027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36027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直してからもう一度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review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コメントは具体的に、やさしく。直してほしいときは、どこをどう直すかまで書く。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よく使う操作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よく使う操作とコマンド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サイトを起動する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F5（止めるのは Shift + F5）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テストを流す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モデルを変えた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makemigrations → migrate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管理画面のアカウントを作る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createsuperuser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パッケージを足す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requirements.txt に書き、pip install -r requirements.txt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ターミナルを開く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「ターミナル」→「新しいターミナル」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コマンドは Windows でも Mac でも同じ（作業部屋の中は Linux のため）。makemigrations / migrate / test は「ターミナル」→「タスクの実行」からも選べる。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消しても履歴に残り、WG の全員が見られる。.env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のまま変更してしまった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そのまま「+ 新しいブランチの作成...」。変更は新しいブランチに移る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コミットでブランチ名を聞かれた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のままだった。名前（例 add-login-page）を入れて進める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に送ろうとして止められた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ブランチを作ってから送る（main への push は手元で止めている）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が赤い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 の「Details」でエラーを見る。手元で python manage.py test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マージしてよいか迷う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が緑で Approve をもらってから（仕組みでは止まらない）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such table 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ターミナルで python manage.py migrate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送れない（403）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「WG に参加」を済ませ、招待の Join を押したか確かめる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03 開発の進め方</dc:title>
  <dc:subject>PptxGenJS Presentation</dc:subject>
  <dc:creator>PptxGenJS</dc:creator>
  <cp:lastModifiedBy>PptxGenJS</cp:lastModifiedBy>
  <cp:revision>1</cp:revision>
  <dcterms:created xsi:type="dcterms:W3CDTF">2026-09-20T00:36:06Z</dcterms:created>
  <dcterms:modified xsi:type="dcterms:W3CDTF">2026-09-20T00:36:06Z</dcterms:modified>
</cp:coreProperties>
</file>