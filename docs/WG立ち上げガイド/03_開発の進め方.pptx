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パソコンの準備（資料 02）が終わった人向けの、毎日の作業の資料です。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 は WG のみんなの完成版です。直接は変更できないようにしてあるので、自分のブランチで作ってから、プルリクエストで main にまとめてもらいます。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作業部屋の中身は Docker を終了しても消えません。次に開けば続きから作業できます。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 には直接送れないようにルールで止めてあります。必ず自分のブランチを作ってから作業します。コミットは区切りのいいところで何回してもかまいません。初めて送るときは GitHub へのサインインを求められるので、許可してブラウザで Authorize を押します。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ブラウザで GitHub のリポジトリを開くと、送ったブランチについて Compare &amp; pull request の帯が出ます。テストが赤いまま、または承認がないとマージできません。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レビューは間違い探しではなく、みんなの main を守るための確認です。分からないところは質問として書いて構いません。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コマンドは VS Code の中のターミナルで打ちます。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公開リポジトリに一度送った秘密情報は、消してもフォークやアーカイブに残ります。漏れたときは消すだけでなく、キーそのものを作り直す必要があります。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詳しい対処は homepage の docs/development.md の「困ったとき」にあります。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fun IT club — WG 立ち上げガイド  03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作って、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5BB8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届ける。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78892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DDDD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毎日の始め方と終わり方、ブランチ → プルリクエスト → マージの流れ、レビューのしかた。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3840480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38404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メンバー全員・毎日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434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9CA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2026-09  ·  fun IT club 運営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394960" y="1051560"/>
            <a:ext cx="3291840" cy="3017520"/>
          </a:xfrm>
          <a:prstGeom prst="rect">
            <a:avLst/>
          </a:prstGeom>
          <a:solidFill>
            <a:srgbClr val="1A4A70"/>
          </a:solidFill>
          <a:ln w="12700">
            <a:solidFill>
              <a:srgbClr val="1A4A7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23560" y="12070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資料は 4 本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623560" y="1600200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9CA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160020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B9CAD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概要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184708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9CAD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全員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5623560" y="2203704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9CA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035040" y="2203704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B9CAD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リポジトリの作り方と運用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035040" y="2450592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9CAD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運営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5623560" y="2807208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9CA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0" y="2807208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B9CAD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パソコンの準備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035040" y="3054096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9CAD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全員・初回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0" y="3355848"/>
            <a:ext cx="3108960" cy="548640"/>
          </a:xfrm>
          <a:prstGeom prst="rect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623560" y="341071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B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035040" y="3410712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開発の進め方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035040" y="365760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B8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全員・毎日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03  ·  しくみ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ブランチで作って、main にまとめる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2926080"/>
            <a:ext cx="7680960" cy="0"/>
          </a:xfrm>
          <a:prstGeom prst="line">
            <a:avLst/>
          </a:prstGeom>
          <a:noFill/>
          <a:ln w="38100">
            <a:solidFill>
              <a:srgbClr val="001E3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30358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1E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2461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みんなの完成版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 flipV="1">
            <a:off x="2103120" y="2103120"/>
            <a:ext cx="548640" cy="822960"/>
          </a:xfrm>
          <a:prstGeom prst="line">
            <a:avLst/>
          </a:prstGeom>
          <a:noFill/>
          <a:ln w="38100">
            <a:solidFill>
              <a:srgbClr val="5BB8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51760" y="2103120"/>
            <a:ext cx="3657600" cy="0"/>
          </a:xfrm>
          <a:prstGeom prst="line">
            <a:avLst/>
          </a:prstGeom>
          <a:noFill/>
          <a:ln w="38100">
            <a:solidFill>
              <a:srgbClr val="5BB8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2103120"/>
            <a:ext cx="548640" cy="822960"/>
          </a:xfrm>
          <a:prstGeom prst="line">
            <a:avLst/>
          </a:prstGeom>
          <a:noFill/>
          <a:ln w="38100">
            <a:solidFill>
              <a:srgbClr val="5BB8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43200" y="15361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add-login-page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743200" y="175564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自分の作業場所（ブランチ）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088136" y="2825496"/>
            <a:ext cx="201168" cy="201168"/>
          </a:xfrm>
          <a:prstGeom prst="ellipse">
            <a:avLst/>
          </a:prstGeom>
          <a:solidFill>
            <a:srgbClr val="001E3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02536" y="2825496"/>
            <a:ext cx="201168" cy="201168"/>
          </a:xfrm>
          <a:prstGeom prst="ellipse">
            <a:avLst/>
          </a:prstGeom>
          <a:solidFill>
            <a:srgbClr val="001E3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88936" y="2825496"/>
            <a:ext cx="201168" cy="201168"/>
          </a:xfrm>
          <a:prstGeom prst="ellipse">
            <a:avLst/>
          </a:prstGeom>
          <a:solidFill>
            <a:srgbClr val="001E3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82696" y="2002536"/>
            <a:ext cx="201168" cy="201168"/>
          </a:xfrm>
          <a:prstGeom prst="ellipse">
            <a:avLst/>
          </a:prstGeom>
          <a:solidFill>
            <a:srgbClr val="5BB8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97096" y="2002536"/>
            <a:ext cx="201168" cy="201168"/>
          </a:xfrm>
          <a:prstGeom prst="ellipse">
            <a:avLst/>
          </a:prstGeom>
          <a:solidFill>
            <a:srgbClr val="5BB8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11496" y="2002536"/>
            <a:ext cx="201168" cy="201168"/>
          </a:xfrm>
          <a:prstGeom prst="ellipse">
            <a:avLst/>
          </a:prstGeom>
          <a:solidFill>
            <a:srgbClr val="5BB8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11696" y="2779776"/>
            <a:ext cx="292608" cy="292608"/>
          </a:xfrm>
          <a:prstGeom prst="ellipse">
            <a:avLst/>
          </a:prstGeom>
          <a:solidFill>
            <a:srgbClr val="5BB8FF"/>
          </a:solidFill>
          <a:ln w="25400">
            <a:solidFill>
              <a:srgbClr val="001E3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20240" y="2240280"/>
            <a:ext cx="274320" cy="274320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920240" y="2240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160520" y="2286000"/>
            <a:ext cx="274320" cy="274320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160520" y="2286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760720" y="2286000"/>
            <a:ext cx="274320" cy="274320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760720" y="2286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995160" y="3017520"/>
            <a:ext cx="274320" cy="274320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995160" y="3017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657600"/>
            <a:ext cx="274320" cy="274320"/>
          </a:xfrm>
          <a:prstGeom prst="ellipse">
            <a:avLst/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57200" y="3657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1E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" y="366674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ブランチを作る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40233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main から枝分かれ。何をしても main は壊れない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560320" y="3657600"/>
            <a:ext cx="274320" cy="274320"/>
          </a:xfrm>
          <a:prstGeom prst="ellipse">
            <a:avLst/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560320" y="3657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1E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2926080" y="366674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コミットする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2560320" y="40233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変更を記録する。何回してもよい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663440" y="3657600"/>
            <a:ext cx="274320" cy="274320"/>
          </a:xfrm>
          <a:prstGeom prst="ellipse">
            <a:avLst/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663440" y="3657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1E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5029200" y="366674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プルリクエスト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4663440" y="40233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「main にまとめて」とお願いする。テストと確認が入る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766560" y="3657600"/>
            <a:ext cx="274320" cy="274320"/>
          </a:xfrm>
          <a:prstGeom prst="ellipse">
            <a:avLst/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766560" y="3657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1E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7132320" y="366674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マージする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6766560" y="40233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main に取り込まれる。ブランチは消してよい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03  ·  毎日の作業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始め方と終わり方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02336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618488"/>
            <a:ext cx="457200" cy="457200"/>
          </a:xfrm>
          <a:prstGeom prst="ellipse">
            <a:avLst/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737360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161848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始めるとき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85800" y="233172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" y="2331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1124712" y="234086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Docker Desktop を起動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124712" y="2606040"/>
            <a:ext cx="3172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緑になるまで待つ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85800" y="306324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85800" y="3063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124712" y="307238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VS Code を開く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1124712" y="3337560"/>
            <a:ext cx="3172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開かなければ「ファイル」→「最近使用した項目を開く」→ [開発コンテナー] 付きのもの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85800" y="379476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85800" y="3794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124712" y="380390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最新にする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1124712" y="4069080"/>
            <a:ext cx="3172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「ソース管理」→「…」→「プル」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663440" y="1417320"/>
            <a:ext cx="402336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892040" y="1618488"/>
            <a:ext cx="457200" cy="457200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912" y="1737360"/>
            <a:ext cx="219456" cy="219456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5486400" y="161848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終わるとき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4892040" y="233172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4892040" y="2331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26" name="Text 22"/>
          <p:cNvSpPr txBox="1"/>
          <p:nvPr/>
        </p:nvSpPr>
        <p:spPr>
          <a:xfrm>
            <a:off x="5330952" y="234086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変更を GitHub に送る</a:t>
            </a:r>
            <a:endParaRPr lang="en-US" sz="1200" dirty="0"/>
          </a:p>
        </p:txBody>
      </p:sp>
      <p:sp>
        <p:nvSpPr>
          <p:cNvPr id="27" name="Text 23"/>
          <p:cNvSpPr txBox="1"/>
          <p:nvPr/>
        </p:nvSpPr>
        <p:spPr>
          <a:xfrm>
            <a:off x="5330952" y="2606040"/>
            <a:ext cx="3172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次のページの手順でコミットして発行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4892040" y="306324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4892040" y="3063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30" name="Text 26"/>
          <p:cNvSpPr txBox="1"/>
          <p:nvPr/>
        </p:nvSpPr>
        <p:spPr>
          <a:xfrm>
            <a:off x="5330952" y="307238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VS Code を閉じる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4892040" y="379476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4892040" y="3794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33" name="Text 29"/>
          <p:cNvSpPr txBox="1"/>
          <p:nvPr/>
        </p:nvSpPr>
        <p:spPr>
          <a:xfrm>
            <a:off x="5330952" y="3803904"/>
            <a:ext cx="3172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Docker Desktop を終了</a:t>
            </a:r>
            <a:endParaRPr lang="en-US" sz="1200" dirty="0"/>
          </a:p>
        </p:txBody>
      </p:sp>
      <p:sp>
        <p:nvSpPr>
          <p:cNvPr id="34" name="Text 30"/>
          <p:cNvSpPr txBox="1"/>
          <p:nvPr/>
        </p:nvSpPr>
        <p:spPr>
          <a:xfrm>
            <a:off x="5330952" y="4069080"/>
            <a:ext cx="3172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メモリを使うので。クジラ →「Quit Docker Desktop」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03  ·  変更を届ける  ①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VS Code：ブランチを作ってコミット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71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1380744"/>
            <a:ext cx="4224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最新にする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1645920"/>
            <a:ext cx="4224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左下が main のまま「ソース管理」→「…」→「プル」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011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2020824"/>
            <a:ext cx="4224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ブランチを作る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96112" y="2286000"/>
            <a:ext cx="4224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左下の main →「+ 新しいブランチの作成...」→ 名前を入れる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65176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651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96112" y="2660904"/>
            <a:ext cx="4224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作ってテストする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96112" y="2926080"/>
            <a:ext cx="4224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F5 で確かめ、python manage.py test で OK を確かめる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2918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96112" y="3300984"/>
            <a:ext cx="4224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コミットする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96112" y="3566160"/>
            <a:ext cx="4224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「ソース管理」で何を変えたか書いて「コミット」。聞かれたら「はい」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93192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" y="3931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96112" y="3941064"/>
            <a:ext cx="4224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GitHub に送る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896112" y="4206240"/>
            <a:ext cx="4224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「Branch の発行」（2 回目からは「変更の同期」）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40680" y="1371600"/>
            <a:ext cx="3246120" cy="3246120"/>
          </a:xfrm>
          <a:prstGeom prst="rect">
            <a:avLst/>
          </a:prstGeom>
          <a:solidFill>
            <a:srgbClr val="1F1F1F"/>
          </a:solidFill>
          <a:ln w="12700">
            <a:solidFill>
              <a:srgbClr val="3C3C3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40680" y="1371600"/>
            <a:ext cx="3246120" cy="274320"/>
          </a:xfrm>
          <a:prstGeom prst="rect">
            <a:avLst/>
          </a:prstGeom>
          <a:solidFill>
            <a:srgbClr val="3C3C3C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568696" y="1463040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733288" y="1463040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897880" y="1463040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126480" y="13716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ソース管理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623560" y="1783080"/>
            <a:ext cx="2880360" cy="310896"/>
          </a:xfrm>
          <a:prstGeom prst="rect">
            <a:avLst/>
          </a:prstGeom>
          <a:solidFill>
            <a:srgbClr val="3C3C3C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715000" y="1783080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ログイン画面を追加する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623560" y="2194560"/>
            <a:ext cx="2880360" cy="29260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623560" y="219456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 コミット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5669280" y="260604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CCCCC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変更  2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5806440" y="288036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views.py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0" y="2880360"/>
            <a:ext cx="228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E2C0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5806440" y="315468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login.html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8229600" y="3154680"/>
            <a:ext cx="228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73C9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623560" y="3566160"/>
            <a:ext cx="2880360" cy="292608"/>
          </a:xfrm>
          <a:prstGeom prst="rect">
            <a:avLst/>
          </a:prstGeom>
          <a:solidFill>
            <a:srgbClr val="3C3C3C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623560" y="356616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☁ Branch の発行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440680" y="4343400"/>
            <a:ext cx="3246120" cy="274320"/>
          </a:xfrm>
          <a:prstGeom prst="rect">
            <a:avLst/>
          </a:prstGeom>
          <a:solidFill>
            <a:srgbClr val="181818"/>
          </a:solidFill>
          <a:ln w="12700">
            <a:solidFill>
              <a:srgbClr val="18181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440680" y="4343400"/>
            <a:ext cx="411480" cy="2743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440680" y="43434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&gt;&lt;</a:t>
            </a:r>
            <a:endParaRPr lang="en-US" sz="1000" dirty="0"/>
          </a:p>
        </p:txBody>
      </p:sp>
      <p:pic>
        <p:nvPicPr>
          <p:cNvPr id="4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4407408"/>
            <a:ext cx="146304" cy="146304"/>
          </a:xfrm>
          <a:prstGeom prst="rect">
            <a:avLst/>
          </a:prstGeom>
        </p:spPr>
      </p:pic>
      <p:sp>
        <p:nvSpPr>
          <p:cNvPr id="45" name="Text 42"/>
          <p:cNvSpPr txBox="1"/>
          <p:nvPr/>
        </p:nvSpPr>
        <p:spPr>
          <a:xfrm>
            <a:off x="6153912" y="4343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add-login-page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03  ·  変更を届ける  ②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GitHub：プルリクエストを出してマージ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499616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554480"/>
            <a:ext cx="310896" cy="310896"/>
          </a:xfrm>
          <a:prstGeom prst="ellipse">
            <a:avLst/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554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1E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965960"/>
            <a:ext cx="1225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&amp; pull request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377440"/>
            <a:ext cx="1225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リポジトリを開くと出る黄色い帯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984248" y="2125980"/>
            <a:ext cx="128016" cy="0"/>
          </a:xfrm>
          <a:prstGeom prst="line">
            <a:avLst/>
          </a:prstGeom>
          <a:noFill/>
          <a:ln w="19050">
            <a:solidFill>
              <a:srgbClr val="1A4A7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139696" y="1417320"/>
            <a:ext cx="1499616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76856" y="1554480"/>
            <a:ext cx="310896" cy="310896"/>
          </a:xfrm>
          <a:prstGeom prst="ellipse">
            <a:avLst/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276856" y="1554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1E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276856" y="1965960"/>
            <a:ext cx="1225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pull request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2276856" y="2377440"/>
            <a:ext cx="1225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何を変えたか・どう確かめたか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66744" y="2125980"/>
            <a:ext cx="128016" cy="0"/>
          </a:xfrm>
          <a:prstGeom prst="line">
            <a:avLst/>
          </a:prstGeom>
          <a:noFill/>
          <a:ln w="19050">
            <a:solidFill>
              <a:srgbClr val="1A4A7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822192" y="1417320"/>
            <a:ext cx="1499616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959352" y="1554480"/>
            <a:ext cx="310896" cy="310896"/>
          </a:xfrm>
          <a:prstGeom prst="ellipse">
            <a:avLst/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959352" y="1554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1E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3959352" y="1965960"/>
            <a:ext cx="1225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が緑になる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3959352" y="2377440"/>
            <a:ext cx="1225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赤なら直して、もう一度送る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349240" y="2125980"/>
            <a:ext cx="128016" cy="0"/>
          </a:xfrm>
          <a:prstGeom prst="line">
            <a:avLst/>
          </a:prstGeom>
          <a:noFill/>
          <a:ln w="19050">
            <a:solidFill>
              <a:srgbClr val="1A4A7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504688" y="1417320"/>
            <a:ext cx="1499616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641848" y="1554480"/>
            <a:ext cx="310896" cy="310896"/>
          </a:xfrm>
          <a:prstGeom prst="ellipse">
            <a:avLst/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641848" y="1554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1E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641848" y="1965960"/>
            <a:ext cx="1225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をもらう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5641848" y="2377440"/>
            <a:ext cx="1225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WG の誰かに見てもらう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031736" y="2125980"/>
            <a:ext cx="128016" cy="0"/>
          </a:xfrm>
          <a:prstGeom prst="line">
            <a:avLst/>
          </a:prstGeom>
          <a:noFill/>
          <a:ln w="19050">
            <a:solidFill>
              <a:srgbClr val="1A4A70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187184" y="1417320"/>
            <a:ext cx="1499616" cy="1417320"/>
          </a:xfrm>
          <a:prstGeom prst="rect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324344" y="1554480"/>
            <a:ext cx="310896" cy="310896"/>
          </a:xfrm>
          <a:prstGeom prst="ellipse">
            <a:avLst/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324344" y="1554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1E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7324344" y="1965960"/>
            <a:ext cx="1225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Squash and merge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7324344" y="2377440"/>
            <a:ext cx="1225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9CAD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そのあと Delete branch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301752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685800" y="318211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レビューする人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685800" y="3566160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「Files changed」で変更を見る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気になる行は「+」でコメント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「Review changes」→「Approve」→「Submit review」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663440" y="301752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4892040" y="318211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マージしたあと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4892040" y="3566160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VS Code の左下で main に戻る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「ソース管理」→「…」→「プル」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次の作業は、また新しいブランチから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03  ·  レビュー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プルリクエストを確認する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71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1380744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 のリンクを開く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1645920"/>
            <a:ext cx="3858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WG の仲間から送られてくる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011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2020824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「Files changed」タブ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96112" y="2286000"/>
            <a:ext cx="3858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変えたところが緑（追加）と赤（削除）で出る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65176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651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96112" y="2660904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気になる行にコメント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96112" y="2926080"/>
            <a:ext cx="3858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行番号の横の「+」を押して書く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2918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96112" y="3300984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「Review changes」を押す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96112" y="3566160"/>
            <a:ext cx="3858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右上のボタン（右の画面）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931920"/>
            <a:ext cx="310896" cy="310896"/>
          </a:xfrm>
          <a:prstGeom prst="ellipse">
            <a:avLst/>
          </a:prstGeom>
          <a:solidFill>
            <a:srgbClr val="001E3C"/>
          </a:solidFill>
          <a:ln w="12700">
            <a:solidFill>
              <a:srgbClr val="001E3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" y="3931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96112" y="3941064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選んで「Submit review」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896112" y="4206240"/>
            <a:ext cx="3858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良ければ Approve、直してほしければ Request changes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983480" y="1371600"/>
            <a:ext cx="37033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983480" y="1371600"/>
            <a:ext cx="3703320" cy="274320"/>
          </a:xfrm>
          <a:prstGeom prst="rect">
            <a:avLst/>
          </a:prstGeom>
          <a:solidFill>
            <a:srgbClr val="E3E7EB"/>
          </a:solidFill>
          <a:ln w="12700">
            <a:solidFill>
              <a:srgbClr val="E3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111496" y="1463040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276088" y="1463040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40680" y="1463040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669280" y="13716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Review changes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212080" y="1783080"/>
            <a:ext cx="32461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303520" y="1828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3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ログイン画面を開いて、動きを確かめました。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239512" y="2871216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486400" y="283464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6903720" y="283464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63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意見だけ伝える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239512" y="3255264"/>
            <a:ext cx="137160" cy="13716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0078D4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486400" y="321868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6903720" y="321868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63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マージしてよい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239512" y="3639312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486400" y="360273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changes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6903720" y="360273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63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直してからもう一度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360920" y="3931920"/>
            <a:ext cx="1097280" cy="274320"/>
          </a:xfrm>
          <a:prstGeom prst="rect">
            <a:avLst/>
          </a:prstGeom>
          <a:solidFill>
            <a:srgbClr val="1F883D"/>
          </a:solidFill>
          <a:ln w="12700">
            <a:solidFill>
              <a:srgbClr val="1F883D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360920" y="39319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review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コメントは具体的に、やさしく。直してほしいときは、どこをどう直すかまで書く。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03  ·  よく使う操作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よく使う操作とコマンド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4864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やりたいこと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やり方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3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1E3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サイトを起動する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F5（止めるのは Shift + F5）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1E3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テストを流す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4A7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python manage.py test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1E3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モデルを変えた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4A7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python manage.py makemigrations → migrate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1E3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管理画面のアカウントを作る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4A7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python manage.py createsuperuser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1E3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パッケージを足す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4A7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requirements.txt に書き、pip install -r requirements.txt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1E3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ターミナルを開く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「ターミナル」→「新しいターミナル」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コマンドは Windows でも Mac でも同じ（作業部屋の中は Linux のため）。makemigrations / migrate / test は「ターミナル」→「タスクの実行」からも選べる。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1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B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03  ·  ルール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守ることは 4 つだけ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023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37360"/>
            <a:ext cx="548640" cy="548640"/>
          </a:xfrm>
          <a:prstGeom prst="ellipse">
            <a:avLst/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4166" y="188000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73736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main に直接 push しない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214884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必ずプルリクエストを出し、テストとレビューを通す。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63440" y="1463040"/>
            <a:ext cx="4023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937760" y="1737360"/>
            <a:ext cx="548640" cy="548640"/>
          </a:xfrm>
          <a:prstGeom prst="ellipse">
            <a:avLst/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406" y="188000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669280" y="173736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パスワードや API キーを書かない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5669280" y="214884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リポジトリは公開。消しても履歴に残る。.env に置く。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7200" y="3108960"/>
            <a:ext cx="4023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31520" y="3383280"/>
            <a:ext cx="548640" cy="548640"/>
          </a:xfrm>
          <a:prstGeom prst="ellipse">
            <a:avLst/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166" y="3525926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63040" y="33832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大学のアドレスを出さない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1463040" y="379476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学籍番号が公開されてしまう。コード・README・コミットのメールすべて。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663440" y="3108960"/>
            <a:ext cx="4023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937760" y="3383280"/>
            <a:ext cx="548640" cy="548640"/>
          </a:xfrm>
          <a:prstGeom prst="ellipse">
            <a:avLst/>
          </a:prstGeom>
          <a:solidFill>
            <a:srgbClr val="5BB8FF"/>
          </a:solidFill>
          <a:ln w="12700">
            <a:solidFill>
              <a:srgbClr val="5BB8FF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406" y="3525926"/>
            <a:ext cx="263347" cy="26334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669280" y="33832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送る前にテストを流す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5669280" y="379476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B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python manage.py test が通ってから送る。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4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03  ·  困ったとき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E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よくあるつまずき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49377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こうなったら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こうする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3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1E3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main のまま変更してしまった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そのまま「+ 新しいブランチの作成...」。変更は新しいブランチに移る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1E3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main に送ろうとして拒否された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ブランチを作ってから送る（main はルールで守っている）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1E3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Test が赤い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PR の「Details」でエラーを見る。手元で python manage.py test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1E3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マージのボタンが押せない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Test が緑か、Approve をもらったか確かめる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1E3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no such table と出る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ターミナルで python manage.py migrate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1E3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送れない（403）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B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org の招待を受けたか、WG のチームに入っているか運営に確かめる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00" marR="7315200" marT="0" marB="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それでも進まないときは、画面のスクリーンショットと「どの資料の、手順の何番で止まったか」を添えて運営へ。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WG 立ち上げガイド 03 開発の進め方</dc:title>
  <dc:subject>PptxGenJS Presentation</dc:subject>
  <dc:creator>PptxGenJS</dc:creator>
  <cp:lastModifiedBy>PptxGenJS</cp:lastModifiedBy>
  <cp:revision>1</cp:revision>
  <dcterms:created xsi:type="dcterms:W3CDTF">2026-09-19T02:41:59Z</dcterms:created>
  <dcterms:modified xsi:type="dcterms:W3CDTF">2026-09-19T02:41:59Z</dcterms:modified>
</cp:coreProperties>
</file>