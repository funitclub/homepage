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の立ち上げの全体像をまとめた資料です。細かい手順は 01〜03 の資料に分けてあります。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は立ち上がった時点で、アプリがまだでも「準備中」としてサイトに載せます。掲示しておくと、ほかのメンバーが活動を知って参加できます。アプリを動かす場所の用意は準備中で、できたら状態を「活動中」に変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への参加は、メンバー本人がサイトの「WG に参加」から行います（運営は触りません）。リポジトリとチームの用意、クラブの登録、抜けた人の後始末は運営が持ちます。WG のリーダーは、中身とレビューを受け持ちます。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リーダーはこの概要と 03 を、メンバーは 02 と 03 を読んでください。01 は運営向けですが、WG のリポジトリがどう守られているかを知りたい人も読めます。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公開リポジトリに一度送った秘密情報は、消してもフォークやアーカイブに残ります。漏れたときは消すだけでなく、キーそのものを作り直す必要があります。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紹介の状態は「準備中」と「活動中」の2つです。メンバーは佛教大学の学生なので、卒業や退部で入れ替わります。チームや org からの外し忘れがないよう、リーダーから運営に連絡してください。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手順の本体は homepage の docs/development.md と、wg-template の README です。資料と食い違ったときはそちらを正とします。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unITclub/homepage/blob/main/docs/development.md" TargetMode="External"/><Relationship Id="rId4" Type="http://schemas.openxmlformats.org/officeDocument/2006/relationships/hyperlink" Target="https://github.com/funITclub/wg-template" TargetMode="External"/><Relationship Id="rId6" Type="http://schemas.openxmlformats.org/officeDocument/2006/relationships/hyperlink" Target="mailto:contact@funitclub.org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5" Type="http://schemas.openxmlformats.org/officeDocument/2006/relationships/image" Target="../media/image-7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 IT club — WG 立ち上げガイド  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を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立ち上げる。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テーマを決めてから、アプリを作って公開するまでの全体の流れ。役割とルール、どの資料を読めばよいかもここで。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 ·  fun IT club 運営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051560"/>
            <a:ext cx="3291840" cy="301752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207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資料は 4 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1545336"/>
            <a:ext cx="3108960" cy="5486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160020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600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8470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2203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037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リポジトリの作り方と運用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4505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8072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8072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0540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全員・初回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4107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4107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6576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全員・毎日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全体の流れ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立ち上げは 5 ステップ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テーマと仲間、リーダーを決めて運営に伝える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384048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リーダー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420624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この資料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9696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304288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載せる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04288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運営がサイトに「準備中」で載せる。すぐに載る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04288" y="384048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04288" y="38404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304288" y="420624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資料 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22192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986784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3986784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用意する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986784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運営がリポジトリとチームを作り、サイトにつなぐ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86784" y="384048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86784" y="38404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986784" y="420624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資料 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04688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669280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参加・準備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サイトの「WG に参加」で入り、パソコンを準備する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84048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0" y="38404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20624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資料 02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87184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351776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7351776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作って公開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351776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 → PR → マージ。できたら「活動中」に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51776" y="384048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51776" y="38404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351776" y="420624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資料 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役割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運営と WG の分担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37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リポジトリとチームを作る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サイトに WG とチームを登録する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クラブの登録（Classroom）を管理する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抜けた人をチームから外す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アプリを動かす場所を用意する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737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WG（リーダー）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514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テーマと仲間を集める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 を WG 用に書き換える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プルリクエストを確認してマージする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を抜けた人を運営に伝える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成果物をまとめて公開する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資料の案内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自分に関係する資料を読む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243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7568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リポジトリの作り方と運用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688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88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ができたとき・人が入れ替わるとき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3136392"/>
            <a:ext cx="216712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246120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リポジトリとチームを作る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サイトへの登録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参加のしくみ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交代と終了、公開の構成案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59836" y="1417320"/>
            <a:ext cx="26243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88436" y="1600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488436" y="207568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88436" y="246888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88436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メンバー全員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88436" y="2788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参加したとき（初回だけ）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88436" y="3136392"/>
            <a:ext cx="216712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88436" y="3246120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サイトから WG に参加する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パソコンに入れる 3 つのアプリ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インストールの手順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62472" y="1417320"/>
            <a:ext cx="26243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91072" y="1600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207568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91072" y="246888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91072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メンバー全員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291072" y="2788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毎日の作業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91072" y="3136392"/>
            <a:ext cx="216712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91072" y="3246120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始め方と終わり方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 → PR → マージ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レビューのしかた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よく使う操作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ルール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守ることは 4 つだけ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に直接 push しない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必ずプルリクエストを出し、テストとレビューを通す。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パスワードや API キーを書かない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消しても履歴に残り、WG の全員が見られる。.env に置く。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5259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大学のアドレスを出さない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学籍番号が公開されてしまう。コード・README・コミットのメールすべて。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06" y="35259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送る前にテストを流す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manage.py test が通ってから送る。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立ち上げたあと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のライフサイクル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172200" cy="0"/>
          </a:xfrm>
          <a:prstGeom prst="line">
            <a:avLst/>
          </a:prstGeom>
          <a:noFill/>
          <a:ln w="25400">
            <a:solidFill>
              <a:srgbClr val="B9CA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01E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準備中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立ち上げたらすぐ載る。アプリがまだでも「WG に参加」で入れる。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645920"/>
            <a:ext cx="457200" cy="457200"/>
          </a:xfrm>
          <a:prstGeom prst="ellipse">
            <a:avLst/>
          </a:prstGeom>
          <a:solidFill>
            <a:srgbClr val="5BB8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146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974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活動中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アプリができたら「活動中」に変え、URL を登録する。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001E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548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メンバー交代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入るのは本人が「WG に参加」から。抜けた人は運営が外す。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001E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122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リポジトリはアーカイブして残す。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状態の切り替え・チーム・アーカイブは運営が行う（資料 01）。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まとめ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迷ったら、ここを見る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243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1460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開発環境と手順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docs/development.md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9836" y="1554480"/>
            <a:ext cx="26243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34156" y="182880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802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4156" y="251460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テンプレート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34156" y="29260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funITclub/wg-template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62472" y="1554480"/>
            <a:ext cx="26243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36792" y="182880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438" y="19714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36792" y="251460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運営への問い合わせ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36792" y="29260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contact@funitclub.org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テーマが決まったら、まず運営に伝えてください。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 立ち上げガイド 00 概要</dc:title>
  <dc:subject>PptxGenJS Presentation</dc:subject>
  <dc:creator>PptxGenJS</dc:creator>
  <cp:lastModifiedBy>PptxGenJS</cp:lastModifiedBy>
  <cp:revision>1</cp:revision>
  <dcterms:created xsi:type="dcterms:W3CDTF">2026-09-20T00:36:06Z</dcterms:created>
  <dcterms:modified xsi:type="dcterms:W3CDTF">2026-09-20T00:36:06Z</dcterms:modified>
</cp:coreProperties>
</file>