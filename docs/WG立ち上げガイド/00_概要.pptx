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各ステップの詳しい手順は、カードの下に書いた資料にあります。05 の公開は、アプリを動かす場所を運営が用意して一緒に進めます（準備中）。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リポジトリの設定と WG のチームは運営が持ちます。WG のリーダーは、中身とレビュー、メンバーの出入りの連絡を受け持ちます。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unITclub/homepage/blob/main/docs/development.md" TargetMode="External"/><Relationship Id="rId4" Type="http://schemas.openxmlformats.org/officeDocument/2006/relationships/hyperlink" Target="https://github.com/funITclub/wg-template" TargetMode="External"/><Relationship Id="rId6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54533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運営がテンプレートから WG のリポジトリを作る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 の準備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と Docker Desktop を入れて開く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プルリクエスト → レビュー → マージ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アプリを動かし、サイトの WG 一覧に載せる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 + WG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を守るルールを設定する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のチームとメンバーを管理する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紹介を更新する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テーマとメンバーを決める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メンバーの出入りを運営に伝える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テンプレートから作る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のルールと WG のチーム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サイトへの掲載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交代と終了、公開の構成案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59836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88436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88436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88436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8436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8843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88436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88436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 3 つのアプリ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 7 つの手順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62472" y="1417320"/>
            <a:ext cx="2624328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91072" y="1600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207568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91072" y="24688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91072" y="3136392"/>
            <a:ext cx="2167128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3246120"/>
            <a:ext cx="22128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一覧に「準備中」で載る。参加ボタンだけ出る。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アプリの URL と成果物をサイトに登録する。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人の出入りは WG のチームで。リーダーから運営に連絡する。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9836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3415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802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62472" y="1554480"/>
            <a:ext cx="262432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3679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438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14600"/>
            <a:ext cx="2167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260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2026-09-19T02:41:59Z</dcterms:created>
  <dcterms:modified xsi:type="dcterms:W3CDTF">2026-09-19T02:41:59Z</dcterms:modified>
</cp:coreProperties>
</file>