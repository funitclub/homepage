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を立ち上げるときの流れと、パソコンの準備、毎日の開発の進め方をまとめた資料です。前半は運営とリーダー向け、中盤以降はメンバー全員向けです。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はリーダー、02 は運営、03 と 04 はメンバー全員がやります。05 の公開は、アプリを動かす場所を運営が用意して一緒に進めます。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リポジトリの設定と権限は運営が持ちます。WG のリーダーは、中身とレビュー、メンバーの出入りの連絡を受け持ちます。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詳しい手順は wg-template の README にあります。テンプレートを使っても、ルールと権限は複製されないので、毎回設定します。テストの必須化は、一度 CI が走ってから候補に出ます。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ここからはメンバー全員が一度だけやる準備です。つまずいたら、画面のスクリーンショットと「手順の何番で止まったか」を添えて運営に聞いてください。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や Django はパソコンに入れません。VS Code がリポジトリの設定を読んで、Docker の中に作業部屋を作り、必要なものを自動で入れます。全員が同じ環境になり、壊れても作り直せば戻ります。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大学のメールアドレスは学籍番号そのものです。公開リポジトリのコミット履歴に残ると消せないので、GitHub の設定で非公開にし、代わりに noreply のアドレスを使います。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Code はコードを書くためのエディタです。このあとの操作はすべて VS Code から行います。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は変更の記録と GitHub とのやりとりに使います。名前とメールアドレスはコミットに記録され、公開されます。大学のアドレスは使わないでください。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Desktop は作業部屋を動かすためのアプリで、起動しておくだけで直接は触りません。個人・教育目的なら無料です。「仮想化が無効」と出たら、パソコンの設定の変更が要るので運営に相談してください。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似た名前の拡張機能があるので、提供元が Microsoft で青いチェックマークが付いたものを選んでください。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コマンド パレットは英語で入力しても日本語の項目が出てきます。ソースはパソコンのフォルダーではなく Docker の中に置かれるので、エクスプローラーや Finder には出てきません。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ここまでで準備は終わりです。次からは毎日の始め方と、変更を届ける流れです。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作業部屋の中身は Docker を終了しても消えません。次に開けば続きから作業できます。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には直接送れないようにルールで止めてあります。必ず自分のブランチを作ってから作業します。コミットは区切りのいいところで何回してもかまいません。初めて送るときは GitHub へのサインインを求められるので、許可してブラウザで Authorize を押します。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ブラウザで GitHub のリポジトリを開くと、送ったブランチについて Compare &amp; pull request の帯が出ます。テストが赤いまま、または承認がないとマージできません。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公開リポジトリに一度送った秘密情報は、消してもフォークやアーカイブに残ります。漏れたときは消すだけでなく、キーそのものを作り直す必要があります。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詳しい対処は homepage の docs/development.md の「困ったとき」にあります。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まだ用意していない構成案です。WG のアプリは Container Apps で動かし、イメージは GitHub のコンテナレジストリ（ghcr.io）に置きます。WG ごとにリソースグループ（RG）を分け、homepage と DB がある hirahira には入れません。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homepage の自動デプロイも、権限を App Service 1 つに絞り、RG の hirahira には付けていません。WG でも同じ考え方で、GitHub Actions から届く範囲を WG の RG に閉じます。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紹介の状態は「準備中」と「活動中」の2つです。メンバーは佛教大学の学生なので、卒業や退部で入れ替わります。権限の外し忘れがないよう、リーダーから運営に連絡してください。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手順の本体は homepage の docs/development.md と、wg-template の README です。この資料と食い違ったときはそちらを正とします。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unITclub/homepage/blob/main/docs/development.md" TargetMode="External"/><Relationship Id="rId4" Type="http://schemas.openxmlformats.org/officeDocument/2006/relationships/hyperlink" Target="https://github.com/funITclub/wg-template" TargetMode="External"/><Relationship Id="rId6" Type="http://schemas.openxmlformats.org/officeDocument/2006/relationships/hyperlink" Target="mailto:contact@funitclub.org" TargetMode="External"/><Relationship Id="rId1" Type="http://schemas.openxmlformats.org/officeDocument/2006/relationships/image" Target="../media/image-22-1.png"/><Relationship Id="rId3" Type="http://schemas.openxmlformats.org/officeDocument/2006/relationships/image" Target="../media/image-22-2.png"/><Relationship Id="rId5" Type="http://schemas.openxmlformats.org/officeDocument/2006/relationships/image" Target="../media/image-22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WG 立ち上げガイド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を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立ち上げる。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テーマを決めてから、アプリを作って公開するまで。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パソコンの準備も、クリックする場所まで順番に説明します。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108960" cy="265176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064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github.com/funITclub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6459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funITclub/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homepage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wg-template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wg-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&lt;WG の名前&gt;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18120" y="324612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3246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全体の流れ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立ち上げは 5 ステップ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49961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709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86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74320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テーマと仲間、リーダーを決めて運営に伝える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41330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41330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39696" y="1508760"/>
            <a:ext cx="149961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304288" y="1709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86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74320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運営がテンプレートから WG のリポジトリを作る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04288" y="41330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04288" y="41330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22192" y="1508760"/>
            <a:ext cx="149961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986784" y="1709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286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 の準備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86784" y="274320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と Docker Desktop を入れて開く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86784" y="41330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86784" y="41330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04688" y="1508760"/>
            <a:ext cx="149961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669280" y="1709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2286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74320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 → プルリクエスト → レビュー → マージ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41330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41330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87184" y="1508760"/>
            <a:ext cx="149961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351776" y="1709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7351776" y="2286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274320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アプリを動かし、サイトの WG 一覧に載せる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51776" y="413308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51776" y="4133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 + WG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役割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運営と WG の分担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37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テンプレートからリポジトリを作る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を守るルールを設定する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メンバーの権限を付ける・外す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 WG 紹介を更新する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アプリを動かす場所を用意する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737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WG（リーダー）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514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テーマとメンバーを決める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 を WG 用に書き換える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プルリクエストを確認してマージする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メンバーの出入りを運営に伝える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成果物をまとめて公開する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ステップ 02  ·  運営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テンプレートからリポジトリを作る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7218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Use this template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737360"/>
            <a:ext cx="4224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wg-template の画面で「Use this template」を押す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24942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名前と公開範囲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514600"/>
            <a:ext cx="4224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Owner は funITclub、名前は wg-&lt;名前&gt;、Public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02666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のルール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291840"/>
            <a:ext cx="4224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→ Rules → Rulesets で main を守る（右の 4 つ）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80390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書き込み権限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069080"/>
            <a:ext cx="4224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Collaborators and teams で、WG のメンバーに Write を付ける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1463040"/>
            <a:ext cx="3246120" cy="31089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150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Ruleset: main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221992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062472" y="2194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削除を禁止する</a:t>
            </a:r>
            <a:endParaRPr lang="en-US" sz="12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679192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062472" y="2651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force push を禁止する</a:t>
            </a:r>
            <a:endParaRPr lang="en-US" sz="1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136392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062472" y="3108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プルリクエストと承認 1 人を必須に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59359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062472" y="3566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テスト（test）の成功を必須に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メンバーが 1 人の WG は承認を 0 にする（自分の PR は自分で承認できない）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ステップ 03  ·  メンバー全員  ·  初回だけ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準備をする。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つの手順を順番に進めます。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ダウンロードを含めて 1〜2 時間が目安。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できれば自宅の回線で、時間のあるときに。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0"/>
            <a:ext cx="3657600" cy="374904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0" y="10515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0515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の準備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5270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527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を入れる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0025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を入れる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47802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4780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を入れる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9535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953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 Containers を入れる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4290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429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リポジトリを開く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9044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904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サイトを起動する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しくみ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パソコンに入れるのは 3 つだけ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3619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517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あなたのパソコン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" y="1993392"/>
            <a:ext cx="146304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305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書く・操作する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286000" y="1993392"/>
            <a:ext cx="146304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1305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231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242316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変更を記録する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886200" y="1993392"/>
            <a:ext cx="146304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13055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0233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402336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作業部屋を動かす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85800" y="3310128"/>
            <a:ext cx="4663440" cy="1097280"/>
          </a:xfrm>
          <a:prstGeom prst="rect">
            <a:avLst/>
          </a:prstGeom>
          <a:solidFill>
            <a:srgbClr val="E4F2FF"/>
          </a:solidFill>
          <a:ln w="12700">
            <a:solidFill>
              <a:srgbClr val="5BB8FF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4617720" y="3044952"/>
            <a:ext cx="0" cy="265176"/>
          </a:xfrm>
          <a:prstGeom prst="line">
            <a:avLst/>
          </a:prstGeom>
          <a:noFill/>
          <a:ln w="15875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868680" y="34381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作業部屋（コンテナ）… 自動で用意される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868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68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3.11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011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011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Django 5.2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154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154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拡張機能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297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297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852160" y="1371600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6080760" y="1554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準備するもの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080760" y="1947672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08076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6080760" y="2231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10 / 11 か macOS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080760" y="2569464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080760" y="2633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608076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8GB 以上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080760" y="3191256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080760" y="32552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空き容量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6080760" y="34747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20GB 以上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080760" y="3813048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080760" y="38770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6080760" y="4096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初回は 1〜2GB をダウンロード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手順 1 /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の準備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アカウントを作る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 の「Sign up」。本名や学籍番号は使わない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2037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ユーザー名を運営に伝える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46888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運営から funITclub への招待が届く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9809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招待を受ける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24612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メールの「Join @funITclub」を押す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7581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メールアドレスを非公開にする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02336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右上のアイコン → Settings → Emails（右の画面）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141732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141732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1149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7608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1417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github.com/settings/emails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Emails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212080" y="2331720"/>
            <a:ext cx="182880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2359152"/>
            <a:ext cx="128016" cy="128016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548640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my email addresses private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コミットには次のアドレスが使われる：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0" y="2971800"/>
            <a:ext cx="2971800" cy="365760"/>
          </a:xfrm>
          <a:prstGeom prst="rect">
            <a:avLst/>
          </a:prstGeom>
          <a:solidFill>
            <a:srgbClr val="FFF4C2"/>
          </a:solidFill>
          <a:ln w="12700">
            <a:solidFill>
              <a:srgbClr val="E3C7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550408" y="2971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12345678+name@users.noreply.github.com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0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 このアドレスをコピーしておく（手順 3 で使う）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0" y="3749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大学のアドレス（学籍番号）を公開しないため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手順 2 /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code.visualstudio.com を開く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8600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「Download for Windows」を押す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48716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496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VSCodeUserSetup をダブルクリック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76148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「同意する」→「次へ」を続ける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96265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" y="29718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「インストール」→「完了」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23697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「PATH への追加」はチェックのまま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13716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5780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89204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920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33095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code.visualstudio.com を開く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330952" y="228600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「Download for Mac」を押す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892040" y="248716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9204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330952" y="2496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zip を開き、アプリケーションへ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5330952" y="276148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Visual Studio Code をドラッグする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892040" y="296265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89204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330952" y="29718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アプリケーションから開く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323697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確認が出たら「開く」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68580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日本語にする（共通）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85800" y="41148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858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1051560" y="40873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左端の「拡張機能」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105156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四角が 4 つのアイコン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383280" y="41148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38328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3749040" y="40873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「Japanese」で検索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374904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Language Pack の Install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6080760" y="41148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08076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6446520" y="40873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Change Language and Restart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644652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再起動で日本語になる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手順 3 /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を入れて、名前を登録する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202082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git-scm.com →「Download for Windows」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8600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「Click here to download」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4688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47802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Git-….exe をダブルクリック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74320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何も変えずに「Next」→「Install」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51560" y="3227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85800" y="3703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124712" y="37124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ターミナルで git --version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1124712" y="397764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 → ユーティリティ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85800" y="41605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124712" y="41696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「インストール」を押す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1124712" y="443484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番号が出たら、もう入っている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名前を登録する（共通）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66344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を開き直す →「ターミナル」→「新しいターミナル」。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行を 1 行ずつ入力して Enter。何も出なければ成功。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663440" y="2377440"/>
            <a:ext cx="4023360" cy="224028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63440" y="2377440"/>
            <a:ext cx="402336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791456" y="2468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956048" y="246888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20640" y="2468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3492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4846320" y="2788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user.name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user.email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"12345678+name@users.noreply.github.com"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48463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"…" の中は自分の GitHub ユーザー名と、手順 1 でコピーした noreply のアドレス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手順 4 /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docker.com からダウンロード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86000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「Download for Windows - AMD64」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49631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5054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Installer.exe をダブルクリック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770632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「Use WSL 2」はチェックのまま OK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9809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" y="29900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「Close and restart」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255264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パソコンが再起動する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" y="346557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124712" y="347472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利用規約は Accept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124712" y="3739896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サインインとアンケートは Skip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137160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5780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489204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920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33095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チップを確かめる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5330952" y="2286000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Apple メニュー →「この Mac について」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892040" y="249631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89204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330952" y="25054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合うものをダウンロード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2770632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Apple Silicon（M1 以降）か Intel Chip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892040" y="29809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89204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330952" y="29900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Docker.dmg を開く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5330952" y="3255264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クジラを Applications へドラッグ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346557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8920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5330952" y="347472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開いて Accept</a:t>
            </a:r>
            <a:endParaRPr lang="en-US" sz="1150" dirty="0"/>
          </a:p>
        </p:txBody>
      </p:sp>
      <p:sp>
        <p:nvSpPr>
          <p:cNvPr id="41" name="Text 37"/>
          <p:cNvSpPr txBox="1"/>
          <p:nvPr/>
        </p:nvSpPr>
        <p:spPr>
          <a:xfrm>
            <a:off x="5330952" y="3739896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おすすめ設定のまま。サインインは Skip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57200" y="4206240"/>
            <a:ext cx="205740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94360" y="4325112"/>
            <a:ext cx="128016" cy="128016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2296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running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2697480" y="418795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左下がこの表示（緑）になれば完了。Windows で「WSL の更新が必要」と出たら、管理者の PowerShell で wsl --update。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手順 5 /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に Dev Containers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左端の「拡張機能」を押す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四角が 4 つのアイコン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7627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「Dev Containers」で検索する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9260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Microsoft のものをインストール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19125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青いチェックマーク付き（右の画面）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675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左下に青いマークが出れば完了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94106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から Docker を使えるようになる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417320"/>
            <a:ext cx="3749040" cy="30175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235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拡張機能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1828800"/>
            <a:ext cx="338328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2286000"/>
            <a:ext cx="3383280" cy="1188720"/>
          </a:xfrm>
          <a:prstGeom prst="rect">
            <a:avLst/>
          </a:prstGeom>
          <a:solidFill>
            <a:srgbClr val="04395E"/>
          </a:solidFill>
          <a:ln w="12700">
            <a:solidFill>
              <a:srgbClr val="0439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2423160"/>
            <a:ext cx="50292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2532888"/>
            <a:ext cx="283464" cy="28346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58978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897880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9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715768"/>
            <a:ext cx="146304" cy="14630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543800" y="3063240"/>
            <a:ext cx="8686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543800" y="3063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937760" y="4160520"/>
            <a:ext cx="3749040" cy="274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937760" y="4160520"/>
            <a:ext cx="4114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937760" y="4160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544068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このマーク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手順 6 /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リポジトリを開く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を起動しておく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左下が緑の Engine running になるまで待つ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「表示」→「コマンド パレット」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Ctrl + Shift + P（Mac は Cmd + Shift + P）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Clone Repository in Container Volume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と入力し、出てきた項目を選ぶ（右の画面）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 URL を貼って Enter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警告が出たら funITclub の URL か確かめて進む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5〜10 分待つ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「準備ができました。」と出たら完了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1371600"/>
            <a:ext cx="3703320" cy="32461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1371600"/>
            <a:ext cx="370332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1371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コマンド パレット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66360" y="1783080"/>
            <a:ext cx="333756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57800" y="17830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&gt;Clone Repository in Container Volume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2148840"/>
            <a:ext cx="3337560" cy="502920"/>
          </a:xfrm>
          <a:prstGeom prst="rect">
            <a:avLst/>
          </a:prstGeom>
          <a:solidFill>
            <a:srgbClr val="04395E"/>
          </a:solidFill>
          <a:ln w="12700">
            <a:solidFill>
              <a:srgbClr val="0439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57800" y="2176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開発コンテナー: コンテナー ボリュームにリポジトリを複製...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24048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Containers: Clone Repository in Container Volume...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の例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66360" y="3154680"/>
            <a:ext cx="333756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57800" y="31546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https://github.com/funITclub/wg-&lt;名前&gt;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66360" y="3657600"/>
            <a:ext cx="3337560" cy="731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A2A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30352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準備ができました。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 でサイトを起動できます。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手順 7 /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サイトを起動して確かめる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左下を確かめる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「開発コンテナー: funITclub …」と出ていれば作業部屋の中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7627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F5 キーを押す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44144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 のノートは fn + F5。「実行」→「デバッグの開始」でもよい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9260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「ブラウザーで開く」を押す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9125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出なければブラウザで http://localhost:8000/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675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止めるときは ■ ボタン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94106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 Shift + F5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3749040" cy="30175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577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235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0" y="2148840"/>
            <a:ext cx="2743200" cy="1051560"/>
          </a:xfrm>
          <a:prstGeom prst="rect">
            <a:avLst/>
          </a:prstGeom>
          <a:solidFill>
            <a:srgbClr val="252526"/>
          </a:solidFill>
          <a:ln w="12700">
            <a:solidFill>
              <a:srgbClr val="454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286000"/>
            <a:ext cx="164592" cy="16459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144768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ポート 8000 で実行されているアプリケーションは使用可能です。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452360" y="2807208"/>
            <a:ext cx="100584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52360" y="2807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ブラウザーで開く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120640" y="3383280"/>
            <a:ext cx="338328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1208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development server at http://127.0.0.1:8000/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937760" y="4160520"/>
            <a:ext cx="3749040" cy="274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37760" y="4160520"/>
            <a:ext cx="237744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&gt;&lt; 開発コンテナー: funITclub WG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サイトが表示されたら準備は終わり。お疲れさまでした。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毎日の作業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始め方と終わり方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始めるとき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を起動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緑になるまで待つ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を開く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開かなければ「ファイル」→「最近使用した項目を開く」→ [開発コンテナー] 付きのもの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最新にする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「ソース管理」→「…」→「プル」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終わるとき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89204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変更を GitHub に送る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次のページの手順でコミットして発行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920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を閉じる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9204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を終了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メモリを使うので。クジラ →「Quit Docker Desktop」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ステップ 04  ·  変更を届ける 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Code：ブランチを作ってコミット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最新にする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左下が main のまま「ソース管理」→「…」→「プル」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ブランチを作る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左下の main →「+ 新しいブランチの作成...」→ 名前を入れる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作ってテストする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F5 で確かめ、python manage.py test で OK を確かめる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コミットする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「ソース管理」で何を変えたか書いて「コミット」。聞かれたら「はい」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に送る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「Branch の発行」（2 回目からは「変更の同期」）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40680" y="1371600"/>
            <a:ext cx="3246120" cy="32461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0680" y="1371600"/>
            <a:ext cx="324612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6869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3328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ソース管理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23560" y="1783080"/>
            <a:ext cx="288036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15000" y="17830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ログイン画面を追加する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23560" y="2194560"/>
            <a:ext cx="2880360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23560" y="21945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コミット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0" y="2606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  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2880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views.py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8803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2C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806440" y="3154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login.html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315468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3C9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23560" y="3566160"/>
            <a:ext cx="2880360" cy="292608"/>
          </a:xfrm>
          <a:prstGeom prst="rect">
            <a:avLst/>
          </a:prstGeom>
          <a:solidFill>
            <a:srgbClr val="3C3C3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23560" y="35661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☁ Branch の発行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40680" y="4343400"/>
            <a:ext cx="3246120" cy="274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40680" y="4343400"/>
            <a:ext cx="4114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40680" y="4343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endParaRPr lang="en-US" sz="10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4407408"/>
            <a:ext cx="146304" cy="146304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6153912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add-login-page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ステップ 04  ·  変更を届ける 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GitHub：プルリクエストを出してマージ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&amp; pull request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リポジトリを開くと出る黄色い帯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84248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9696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76856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6856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pull request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何を変えたか・どう確かめたか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66744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22192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59352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9352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59352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が緑になる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59352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赤なら直して、もう一度送る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4688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41848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4184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41848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をもらう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641848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の誰かに見てもらう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31736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87184" y="1417320"/>
            <a:ext cx="1499616" cy="141732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24344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2434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24344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Squash and merge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324344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 Delete branch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レビューする人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35661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「Files changed」で変更を見る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気になる行は「+」でコメント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「Review changes」→「Approve」→「Submit review」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89204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マージしたあと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892040" y="35661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の左下で main に戻る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「ソース管理」→「…」→「プル」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次の作業は、また新しいブランチから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ルール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守ることは 4 つだけ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に直接 push しない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必ずプルリクエストを出し、テストとレビューを通す。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パスワードや API キーを書かない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リポジトリは公開。消しても履歴に残る。.env に置く。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25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大学のアドレスを出さない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学籍番号が公開されてしまう。コード・README・コミットのメールすべて。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6" y="35259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送る前にテストを流す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manage.py test が通ってから送る。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困ったとき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よくあるつまずき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こうなったら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Docker に接続できない、と出る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Docker Desktop を起動し、緑になってから開き直す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左下に「開発コンテナー」が出ていない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左下の青いマーク →「コンテナーで再度開く」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F5 で何も起きない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左下が「開発コンテナー」か確かめる。少し待ってからもう一度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ブラウザで開けない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下の「ポート」タブに 8000 があるか確かめる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 such table と出る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ターミナルで python manage.py migrate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環境がおかしくなった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コマンド パレット →「開発コンテナー: コンテナーのリビルド」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送れない（403）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招待を受けたか、書き込み権限があるか運営に確かめる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それでも進まないときは、画面のスクリーンショットと「手順の何番で止まったか」を添えて運営へ。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ステップ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アプリを動かす場所（構成案）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863840" y="7772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0" y="777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準備中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184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78992" y="1600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148840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221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wg-&lt;名前&gt;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のリポジトリ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37360" y="2770632"/>
            <a:ext cx="0" cy="237744"/>
          </a:xfrm>
          <a:prstGeom prst="line">
            <a:avLst/>
          </a:prstGeom>
          <a:noFill/>
          <a:ln w="15875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5800" y="3017520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0906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テスト・イメージを作る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737360" y="3639312"/>
            <a:ext cx="0" cy="237744"/>
          </a:xfrm>
          <a:prstGeom prst="line">
            <a:avLst/>
          </a:prstGeom>
          <a:noFill/>
          <a:ln w="15875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5800" y="3886200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コンテナイメージ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703320" y="1417320"/>
            <a:ext cx="4983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AD9"/>
            </a:solidFill>
            <a:prstDash val="dash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1848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343400" y="1600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078224" y="2002536"/>
            <a:ext cx="2331720" cy="2286000"/>
          </a:xfrm>
          <a:prstGeom prst="rect">
            <a:avLst/>
          </a:prstGeom>
          <a:solidFill>
            <a:srgbClr val="CFE8FC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05072" y="2075688"/>
            <a:ext cx="2331720" cy="2286000"/>
          </a:xfrm>
          <a:prstGeom prst="rect">
            <a:avLst/>
          </a:prstGeom>
          <a:solidFill>
            <a:srgbClr val="CFE8FC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31920" y="2148840"/>
            <a:ext cx="2331720" cy="2286000"/>
          </a:xfrm>
          <a:prstGeom prst="rect">
            <a:avLst/>
          </a:prstGeom>
          <a:solidFill>
            <a:srgbClr val="E4F2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096512" y="2286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RG: funitclub-wg-&lt;名前&gt;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096512" y="2651760"/>
            <a:ext cx="20025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20624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Container App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4206240" y="3044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使われないときは 0 台まで縮む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4096512" y="3657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ごとに 1 つ作る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4096512" y="3931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デプロイの権限はこの RG の中だけ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537960" y="2148840"/>
            <a:ext cx="1920240" cy="22860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702552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RG: hirahira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6702552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PostgreSQL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Key Vault</a:t>
            </a:r>
            <a:endParaRPr lang="en-US" sz="11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721608"/>
            <a:ext cx="182880" cy="18288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949440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からは触らない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3035808" y="4187952"/>
            <a:ext cx="877824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なぜ分けるか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リソースグループは WG ごとに分ける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243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658368" cy="65836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96" y="19085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603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権限を閉じる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99232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のデプロイは自分の RG の中だけに届く。homepage・DB・Key Vault には触れない。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59836" y="1463040"/>
            <a:ext cx="26243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4156" y="1737360"/>
            <a:ext cx="658368" cy="65836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332" y="190853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4156" y="25603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費用が見える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4156" y="2999232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料金を RG ごとに集計できる。どの WG にいくらかかったか分かる。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62472" y="1463040"/>
            <a:ext cx="26243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737360"/>
            <a:ext cx="658368" cy="65836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968" y="190853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36792" y="25603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片付けが簡単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36792" y="2999232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が終わったら RG ごと削除する。消し忘れのリソースが残らない。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 は今の RG（hirahira）のまま。hirahira_room や DB と同じ場所にあるため、WG のリソースは入れない。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立ち上げたあと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のライフサイクル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172200" cy="0"/>
          </a:xfrm>
          <a:prstGeom prst="line">
            <a:avLst/>
          </a:prstGeom>
          <a:noFill/>
          <a:ln w="25400">
            <a:solidFill>
              <a:srgbClr val="B9CA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0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準備中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 WG 一覧に「準備中」で載る。参加ボタンだけ出る。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645920"/>
            <a:ext cx="457200" cy="457200"/>
          </a:xfrm>
          <a:prstGeom prst="ellipse">
            <a:avLst/>
          </a:prstGeom>
          <a:solidFill>
            <a:srgbClr val="5BB8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974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活動中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アプリの URL と成果物をサイトに登録する。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00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548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メンバー交代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卒業・退部したら権限を外す。リーダーから運営に連絡する。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00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122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リポジトリはアーカイブして残す。RG は削除する。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状態の切り替えとサイトの掲載は、運営が編集画面（/edit/ の WG 紹介）で行う。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まとめ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迷ったら、ここを見る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243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1460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開発環境と手順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docs/development.md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9836" y="1554480"/>
            <a:ext cx="26243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4156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802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4156" y="251460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テンプレート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34156" y="29260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funITclub/wg-template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62472" y="1554480"/>
            <a:ext cx="26243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36792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438" y="19714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36792" y="251460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運営への問い合わせ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36792" y="29260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contact@funitclub.org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テーマが決まったら、まず運営に伝えてください。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fun IT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 立ち上げガイド</dc:title>
  <dc:subject>PptxGenJS Presentation</dc:subject>
  <dc:creator>PptxGenJS</dc:creator>
  <cp:lastModifiedBy>PptxGenJS</cp:lastModifiedBy>
  <cp:revision>1</cp:revision>
  <dcterms:created xsi:type="dcterms:W3CDTF">2026-09-18T20:43:14Z</dcterms:created>
  <dcterms:modified xsi:type="dcterms:W3CDTF">2026-09-18T20:43:14Z</dcterms:modified>
</cp:coreProperties>
</file>