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8"/>
    <p:sldId id="268" r:id="rId19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が立ち上がったら、まずサイトに「準備中」で載せます。アプリがまだでも構いません。リポジトリとチームが用意できたら、WG紹介にチーム名を入れて、メンバーが自分で参加できるようにします。main を守る仕組みはテンプレートに入っているので、運営の作業はありません。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は立ち上がった時点で、アプリがまだでも「準備中」で載せます。掲示しておくと、ほかのメンバーが活動を知って参加できます。「GitHub のチーム」を入れた WG にだけ「WG に参加」が出ます。「活動中」の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を選んでください。org のメンバーの基本権限は No permission にしてあるので、非公開のリポジトリは WG のチームの人だけが見られます。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のリポジトリは非公開にしています。無料プランでは非公開のリポジトリに main を守るルールを掛けられないので、開発環境の側でうっかりを防ぎます。プルリクエスト、レビュー、テストはそのまま使えます。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チーム名を入れるまで「WG に参加」は出ません。リポジトリとチームを作ってから入れてください。状態が「準備中」でも参加はできます。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メンバーかどうかは Classroom のクラブのクラスの名簿で決まります。クラブに登録するときに Classroom に入れておけば、その人は自分で WG に参加できます。卒業・退部した人は Classroom からも外してください。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GitHub 側の登録です。①は、GitHub App funitclub-wg-deploy をその WG のリポジトリに入れるところ。github.com/funITclub の「Settings」→ 左メニューのいちばん下の 「Developer settings」→「GitHub Apps」→ funitclub-wg-deploy の「Edit」→ 左の 「Install App」→ funITclub の歯車 →「Select repositories」で wg-&lt;名前&gt; を足して「Save」。②は、その App を使うための鍵とシークレット。App の左「Credentials」→「Key pairs」→「New key」で .pem を作り（落とせるのはこの時だけ）、WG のリポジトリの「Settings」→「Secrets and variables」→「Actions」→「New repository secret」で 2 つ登録します。登録したら手元の .pem は消します。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-8-4.png"/><Relationship Id="rId6" Type="http://schemas.openxmlformats.org/officeDocument/2006/relationships/image" Target="../media/image-2-1.png"/><Relationship Id="rId7" Type="http://schemas.openxmlformats.org/officeDocument/2006/relationships/image" Target="../media/image1.png"/><Relationship Id="rId8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-8-4.png"/><Relationship Id="rId6" Type="http://schemas.openxmlformats.org/officeDocument/2006/relationships/image" Target="../media/image-2-1.png"/><Relationship Id="rId7" Type="http://schemas.openxmlformats.org/officeDocument/2006/relationships/image" Target="../media/image2.png"/><Relationship Id="rId8" Type="http://schemas.openxmlformats.org/officeDocument/2006/relationships/image" Target="../media/image4.png"/><Relationship Id="rId9" Type="http://schemas.openxmlformats.org/officeDocument/2006/relationships/image" Target="../media/image5.png"/><Relationship Id="rId10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のリポジトリの作り方（非公開）、main の守り方、WG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196596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立ち上げたらすぐ、サイトに「準備中」で載せる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テンプレートからリポジトリを作る（非公開）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つなぐ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WG紹介にチーム名を入れる。参加ボタンが出る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抜けた人を外し、終わったらアーカイブ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まずサイトに「準備中」で載せる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状態は「準備中」。GitHub のチームは空欄のまま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チーム名はあとで入れる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リポジトリとチームを作ってから（手順 4）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のチーム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（あとで入れる）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のチームの人だけが見られる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補足  ·  main の守り方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はテンプレートの仕組みで守る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の設定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のままコミットしようとすると、新しいブランチを作るように促す。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.vscode/settings.json（git.branchProtection）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のフック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9204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を、送る前に手元で止める。作業部屋を作るときに自動で有効になる。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.githooks/pre-push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3675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 wg-template に入っているので、テンプレートから作れば最初から効いている。GitHub の側で強制するルール（Rulesets）は、無料プランでは非公開のリポジトリに掛けられない。有料の Team プラン（教育機関向けの無料アップグレードもある）にしたら足す（手順は wg-template の README）。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どちらも外そうと思えば外せる。「うっかり main に入れる」を防ぐためのもの。PR・レビュー・テストはそのまま使える。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公開範囲は Visible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作った運営は maintainer で入る。そのままでよい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メンバーは入れない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本人がサイトの「WG に参加」から入る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メンバーは本人が「WG に参加」から入る。運営はチームに人を入れない。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抜けた人・卒業した人を外すのは運営（手順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つなぐ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 その WG の「編集」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にログインして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57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のチーム」を入れる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2316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3 で作ったチームの名前（例 wg-countdown）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0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895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「保存する」を押す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468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カードに「WG に参加」が出る（右）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210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88620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166360" y="1828800"/>
            <a:ext cx="3337560" cy="24231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2103120"/>
            <a:ext cx="26974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0" y="2340864"/>
            <a:ext cx="91440" cy="91440"/>
          </a:xfrm>
          <a:prstGeom prst="ellipse">
            <a:avLst/>
          </a:prstGeom>
          <a:solidFill>
            <a:srgbClr val="B9CAD9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33872" y="22494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25603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WG-04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2816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1638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0" y="4023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チーム名を入れると出る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「準備中」のままでも参加できる。アプリができたら「活動中」に変える（TOP の件数もここで連動する）。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参加のしくみ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メンバーの参加は自動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719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アドレスを入れる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本人が「WG に参加」で大学のアドレスを入れる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0487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7190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名簿で確かめる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のクラブのクラスにいるか（運営の許可で読む）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50799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171907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メールのリンク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アドレスの持ち主だと確かめる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61111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71907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チームに追加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でログイン。org にいなければ招待が届く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40080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チームを作ってサイトに登録しておけば、あとは本人が進める。Chat は Classroom の授業のリンクから本人が入る。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259836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442716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個人の情報は残らない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3442716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アドレスも GitHub のユーザー名も、サイトは保存もログ出力もしない。メンバーかどうかは画面に出さず、メールで本人にだけ伝える。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6062472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245352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運営が替わったら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6245352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名簿を読む許可は運営（クラスの先生）のアカウント。替わったら許可し直す（deploy.txt）。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からも外す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外さないと「WG に参加」を通れてしまう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 wg-apps.yml から外す。次のデプロイで消える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アプリは homepage の中で動かす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稼働中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のリポジトリ（非公開）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で起動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homepage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取り込んで zip を作る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Service: funITclub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wg/&lt;名前&gt;/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/&lt;名前&gt;/ で動く。一覧から辿って開く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デプロイ時だけ取り込む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公表したら works/ へ移す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同じアプリの中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の画面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のアプリも同じものを使う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登録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でやること（WG ごと一度だけ）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アプリをこのリポジトリに入れる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Developer settings を開く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 → 上のタブ「Settings」→ 左メニューのいちばん下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の設定に入る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Apps」→ 一覧の funitclub-wg-deploy の右の「Edit」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リポジトリを足す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左の「Install App」→ funITclub の歯車 → wg-&lt;名前&gt; を選び「Save」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鍵とシークレットを登録する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pem を作る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 App の左「Credentials」→「Key pairs」→「New key」。この時だけ落とせる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Secrets を開く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 →「Settings」→ 左の「Secrets and variables」→「Actions」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つ入れる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「New repository secret」を 2 回押して、下の名前で登録する</a:t>
            </a:r>
            <a:endParaRPr lang="en-US" sz="1000" dirty="0"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 HOMEPAGE_DEPLOY_APP_ID（App の「General」に出ている数字）と HOMEPAGE_DEPLOY_PRIVATE_KEY（.pem の中身）。登録したら手元の .pem は消す。</a:t>
            </a:r>
            <a:endParaRPr lang="en-US" sz="1050" dirty="0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登録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でやること・確かめ方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でやること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に 1 行足す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repo・take・as を書いて push。これで /&lt;名前&gt;/ が生える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 を入れる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 /edit/ の WG紹介に。状態も「活動中」にする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公表するときは works へ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の as を works に変える（URL はそのまま）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できたか確かめる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Actions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マージの 10 秒後に緑。homepage のデプロイを呼べたということ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 Actions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5〜9 分で緑。ここが赤いときは公開されていない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一覧から開く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直打ちでは開かない。カードのボタンから辿る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に登録するまでは取り込まれない。WG がマージしても、サイトには出ない（homepage が作り直されるだけ）。</a:t>
            </a:r>
            <a:endParaRPr lang="en-US" sz="1050" dirty="0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気をつけること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同じアプリで動かすので、3 つに気をつける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一覧から入る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を直に開いた人は一覧へ送り返される。入口を funitclub に集めるため。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壊すと全体に響く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と同じプロセス・同じ DB。起動に失敗するとサイト全体が止まる。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出す前に確かめる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取り込んだ状態でテストと migrate を流す。応答が無ければ直前の状態に戻す。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運営は homepage の wg-apps.yml に WG を登録し、WG のリポジトリに起動用のシークレットを入れる（deploy.txt）。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