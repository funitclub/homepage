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8"/>
    <p:sldId id="268" r:id="rId19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が立ち上がったら、まずサイトに「準備中」で載せます。アプリがまだでも構いません。リポジトリとチームが用意できたら、WG紹介にチーム名を入れて、メンバーが自分で参加できるようにします。main を守る仕組みはテンプレートに入っているので、運営の作業はありません。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は立ち上がった時点で、アプリがまだでも「準備中」で載せます。掲示しておくと、ほかのメンバーが活動を知って参加できます。「GitHub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チーム名を入れるまで「WG に参加」は出ません。リポジトリとチームを作ってから入れてください。状態が「準備中」でも参加はできます。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GitHub 側の登録です。①は、GitHub App funitclub-wg-deploy をその WG のリポジトリに入れるところ。github.com/funITclub の「Settings」→ 左メニューのいちばん下の 「Developer settings」→「GitHub Apps」→ funitclub-wg-deploy の「Edit」→ 左の 「Install App」→ funITclub の歯車 →「Select repositories」で wg-&lt;名前&gt; を足して「Save」。②は、その App を使うための鍵とシークレット。インストールの画面には「Credentials」が無いので、①の「Edit」の画面に戻ってから、左の「Credentials」→「Key pairs」→「New key」で .pem を作り（落とせるのはこの時だけ）、WG のリポジトリの「Settings」→「Secrets and variables」→「Actions」→「New repository secret」で 2 つ登録します。登録したら手元の .pem は消します。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-8-4.png"/><Relationship Id="rId6" Type="http://schemas.openxmlformats.org/officeDocument/2006/relationships/image" Target="../media/image-2-1.png"/><Relationship Id="rId7" Type="http://schemas.openxmlformats.org/officeDocument/2006/relationships/image" Target="../media/image1.png"/><Relationship Id="rId8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-8-4.png"/><Relationship Id="rId6" Type="http://schemas.openxmlformats.org/officeDocument/2006/relationships/image" Target="../media/image-2-1.png"/><Relationship Id="rId7" Type="http://schemas.openxmlformats.org/officeDocument/2006/relationships/image" Target="../media/image2.png"/><Relationship Id="rId8" Type="http://schemas.openxmlformats.org/officeDocument/2006/relationships/image" Target="../media/image4.png"/><Relationship Id="rId9" Type="http://schemas.openxmlformats.org/officeDocument/2006/relationships/image" Target="../media/image5.png"/><Relationship Id="rId10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196596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立ち上げたらすぐ、サイトに「準備中」で載せる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テンプレートからリポジトリを作る（非公開）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WG紹介にチーム名を入れる。参加ボタンが出る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活動ページを登録。抜けた人を外し、終わったらアーカイブ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まずサイトに「準備中」で載せる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状態は「準備中」。GitHub のチームは空欄のまま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チーム名はあとで入れる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リポジトリとチームを作ってから（手順 4）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（あとで入れる）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補足  ·  main の守り方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つなぐ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WG紹介にチームと Chat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 その WG の「編集」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にログインして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57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チームと Chat スペースを入れる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2316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チーム名と、Google Chat で作ったスペースの URL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895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「保存する」を押す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468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に参加」が出る（右）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210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その後の掲載は WG が行う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8620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活動ページ・アプリの URL と「活動中」。ログイン情報は Classroom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66360" y="1828800"/>
            <a:ext cx="3337560" cy="24231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2103120"/>
            <a:ext cx="2697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2340864"/>
            <a:ext cx="91440" cy="91440"/>
          </a:xfrm>
          <a:prstGeom prst="ellipse">
            <a:avLst/>
          </a:prstGeom>
          <a:solidFill>
            <a:srgbClr val="B9CAD9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2494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2560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WG-04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2816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163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4023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チーム名を入れると出る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「準備中」のままでも参加できる。アプリができたら WG が「活動中」に変える（TOP の件数も連動する）。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 とチームに追加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 に追加。GitHub でログインしてチームへ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運営の作業は開設のときだけ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チームと Chat スペースを作ってサイトに登録すれば、あとは本人が進める。失敗したときだけ通知が届く。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名簿・招待・Chat の許可は運営（クラスの先生）のアカウント。替わったら許可し直す（deploy.txt）。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Classroom・Chat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を外さないと「WG に参加」を通れる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から外す。DB のテーブルは残るので別に消す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アプリは homepage の中で動かす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のリポジトリ（非公開）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で起動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homepage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取り込んで zip を作る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Service: funITclub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wg/&lt;名前&gt;/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/&lt;名前&gt;/… で動く。一覧から辿って開く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デプロイ時だけ取り込む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公表したら works/ へ移す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同じアプリの中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の画面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のアプリも同じものを使う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登録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でやること（WG ごと一度だけ）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アプリをこのリポジトリに入れる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Developer settings を開く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 → 上のタブ「Settings」→ 左メニューのいちばん下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の設定に入る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Apps」→ 一覧の funitclub-wg-deploy の右の「Edit」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リポジトリを足す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左の「Install App」→ funITclub の歯車 → wg-&lt;名前&gt; を選び「Save」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鍵とシークレットを登録する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の設定に戻って pem を作る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①の「Edit」の画面へ戻る →「Credentials」→「Key pairs」→「New key」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Secrets を開く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 →「Settings」→ 左の「Secrets and variables」→「Actions」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つ入れる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「New repository secret」を 2 回押して、下の名前で登録する</a:t>
            </a:r>
            <a:endParaRPr lang="en-US" sz="1000" dirty="0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 HOMEPAGE_DEPLOY_APP_ID（App の「General」に出ている数字）と HOMEPAGE_DEPLOY_PRIVATE_KEY（.pem の中身）。登録したら手元の .pem は消す。</a:t>
            </a:r>
            <a:endParaRPr lang="en-US" sz="1050" dirty="0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登録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でやること・確かめ方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でやること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に足す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のマージ後に push。/&lt;名前&gt;/activity/ が生える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掲載は WG が /edit/ で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ログイン情報は Classroom に掲示してある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公表するときは works へ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の as を works に変える（URL はそのまま）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できたか確かめる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Actions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マージの 10 秒後に緑。homepage のデプロイを呼べたということ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 Actions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5〜9 分で緑。ここが赤いときは公開されていない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一覧から開く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直打ちでは開かない。カードのボタンから辿る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のマージより先に登録すると、取り込むフォルダーが無くてデプロイが止まる（本番は前の版のまま）。</a:t>
            </a:r>
            <a:endParaRPr lang="en-US" sz="1050" dirty="0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気をつけること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同じアプリで動かすので、3 つに気をつける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一覧から入る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を直に開いた人は一覧へ送り返される。入口を funitclub に集めるため。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壊すと全体に響く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と同じプロセス・同じ DB。起動に失敗するとサイト全体が止まる。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出す前に確かめる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取り込んだ状態でテストと migrate を流す。応答が無ければ直前の状態に戻す。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運営は homepage の wg-apps.yml に WG を登録し、WG のリポジトリに起動用のシークレットを入れる（deploy.txt）。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