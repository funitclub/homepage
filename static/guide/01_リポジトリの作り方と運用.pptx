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wg-apps.yml から外す。次のデプロイで消える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アプリを載せるときの登録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一度だけ（WG ごと）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App をこのリポジトリにも入れる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の「Install App」→「Only select repositories」に足す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シークレットを 2 つ入れる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鍵を作り、HOMEPAGE_DEPLOY_APP_ID と _PRIVATE_KEY を入れる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 1 行足す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に repo・take・as を書いて push。/&lt;名前&gt;/ が生える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 を入れる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/edit/ の WG紹介に。入れるまで誰も辿り着けない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状態を「活動中」にする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「準備中」のままだと、作りかけに見える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公表するときは works へ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の as を works に変える（URL はそのまま）</a:t>
            </a:r>
            <a:endParaRPr lang="en-US" sz="1000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