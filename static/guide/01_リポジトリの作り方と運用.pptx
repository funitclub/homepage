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WG のアプリを載せるときの登録です。GitHub 側は 3 つ——アプリ（GitHub App funitclub-wg-deploy）をそのリポジトリに入れ、App ID を HOMEPAGE_DEPLOY_APP_ID に、新しく作った .pem の中身を HOMEPAGE_DEPLOY_PRIVATE_KEY に登録します。鍵は作ったときだけ表示されるので、登録したら手元のファイルは消します。homepage 側は wg-apps.yml への 1 行で、ここまでやって取り込みの対象になります。細かい手順は homepage の deploy.txt 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wg-apps.yml から外す。次のデプロイで消える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アプリを載せるときの登録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でやること（一度だけ）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「Install App」→「Only select repositories」に wg-&lt;名前&gt; を足す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アプリの登録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Secrets に HOMEPAGE_DEPLOY_APP_ID（App ID の数字）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pem の登録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「Credentials」→「New key」で作った .pem を HOMEPAGE_DEPLOY_PRIVATE_KEY に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 1 行足す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repo・take・as を書いて push。これで /&lt;名前&gt;/ が生える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 を入れる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 /edit/ の WG紹介に入れ、状態を「活動中」に。入れるまで誰も辿り着けない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登録するまでは取り込まれない（WG がマージしても、サイトには出ない）。鍵は作ったときだけ表示されるので、登録したら手元の .pem は消す。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