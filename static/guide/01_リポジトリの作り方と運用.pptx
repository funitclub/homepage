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196596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動かす場所ができてから。RG ごと削除する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アプリを動かす場所（構成案）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テスト・イメージを作る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コンテナイメージ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funitclub-wg-&lt;名前&gt;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Container App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使われないときは 0 台まで縮む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ごとに 1 つ作る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デプロイの権限はこの RG の中だけ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hirahira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からは触らない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なぜ分けるか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リソースグループは WG ごとに分ける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権限を閉じる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のデプロイは自分の RG の中だけに届く。homepage・DB・Key Vault には触れない。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費用が見える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料金を RG ごとに集計できる。どの WG にいくらかかったか分かる。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片付けが簡単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 RG ごと削除する。消し忘れのリソースが残らない。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は今の RG（hirahira）のまま。hirahira_room や DB と同じ場所にあるため、WG のリソースは入れない。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