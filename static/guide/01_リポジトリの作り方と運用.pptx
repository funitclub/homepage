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8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メンバーは佛教大学の学生なので、卒業で入れ替わります。GitHub は学生かどうかを確かめないので、外し忘れると卒業後も書き込めるままになります。アーカイブしたリポジトリは読み取り専用で残り、あとから元に戻せます。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196596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3 で作ったチームの名前（例 wg-countdown）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「準備中」のままでも参加できる。アプリができたら「活動中」に変える（TOP の件数もここで連動する）。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 wg-apps.yml から外す。次のデプロイで消える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アプリは homepage の中で動かす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のリポジトリ（非公開）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で起動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homepage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取り込んで zip を作る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Service: funITclub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wg/&lt;名前&gt;/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/&lt;名前&gt;/ で動く。一覧から辿って開く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デプロイ時だけ取り込む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公表したら works/ へ移す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同じアプリの中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の画面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のアプリも同じものを使う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アプリを載せるときの登録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一度だけ（WG ごと）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App をこのリポジトリにも入れる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の「Install App」→「Only select repositories」に足す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シークレットを 2 つ入れる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鍵を作り、HOMEPAGE_DEPLOY_APP_ID と _PRIVATE_KEY を入れる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に 1 行足す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に repo・take・as を書いて push。/&lt;名前&gt;/ が生える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 を入れる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/edit/ の WG紹介に。入れるまで誰も辿り着けない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状態を「活動中」にする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「準備中」のままだと、作りかけに見える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公表するときは works へ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の as を works に変える（URL はそのまま）</a:t>
            </a:r>
            <a:endParaRPr lang="en-US" sz="1000" dirty="0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気をつけること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同じアプリで動かすので、3 つに気をつける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一覧から入る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を直に開いた人は一覧へ送り返される。入口を funitclub に集めるため。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壊すと全体に響く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と同じプロセス・同じ DB。起動に失敗するとサイト全体が止まる。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出す前に確かめる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取り込んだ状態でテストと migrate を流す。応答が無ければ直前の状態に戻す。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運営は homepage の wg-apps.yml に WG を登録し、WG のリポジトリに起動用のシークレットを入れる（deploy.txt）。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