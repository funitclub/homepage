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運営向けの資料です。WG が立ち上がるたびに、この順番で作業します。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が立ち上がったら、まずサイトに「準備中」で載せます。アプリがまだでも構いません。リポジトリとチームが用意できたら、WG紹介にチーム名を入れて、メンバーが自分で参加できるようにします。main を守る仕組みはテンプレートに入っているので、運営の作業はありません。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は立ち上がった時点で、アプリがまだでも「準備中」で載せます。掲示しておくと、ほかのメンバーが活動を知って参加できます。「GitHub のチーム」を入れた WG にだけ「WG に参加」が出ます。「活動中」の WG だけが TOP の「活動中のWG」の件数に入ります。Webアプリの URL が空欄のうちは「作成中」ページに繋がります。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を自分の個人アカウントのままにすると、org の外にリポジトリができてしまいます。作り直しになるので、必ず funITclub を選んでください。org のメンバーの基本権限は No permission にしてあるので、非公開のリポジトリは WG のチームの人だけが見られます。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のリポジトリは非公開にしています。無料プランでは非公開のリポジトリに main を守るルールを掛けられないので、開発環境の側でうっかりを防ぎます。プルリクエスト、レビュー、テストはそのまま使えます。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があれば、ブランチを作って送り、プルリクエストを出してマージできます。リポジトリの設定を変えられる Maintain や Admin は付けません。チームの名前はリポジトリと同じ wg-&lt;名前&gt; にそろえます。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チーム名を入れるまで「WG に参加」は出ません。リポジトリとチームを作ってから入れてください。状態が「準備中」でも参加はできます。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メンバーかどうかは Classroom のクラブのクラスの名簿で決まります。クラブに登録するときに Classroom に入れておけば、その人は自分で WG に参加できます。卒業・退部した人は Classroom からも外してください。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 側の登録です。①は、GitHub App funitclub-wg-deploy をその WG のリポジトリに入れるところ。github.com/funITclub の「Settings」→ 左メニューのいちばん下の 「Developer settings」→「GitHub Apps」→ funitclub-wg-deploy の「Edit」→ 左の 「Install App」→ funITclub の歯車 →「Select repositories」で wg-&lt;名前&gt; を足して「Save」。②は、その App を使うための鍵とシークレット。インストールの画面には「Credentials」が無いので、①の「Edit」の画面に戻ってから、左の「Credentials」→「Key pairs」→「New key」で .pem を作り（落とせるのはこの時だけ）、WG のリポジトリの「Settings」→「Secrets and variables」→「Actions」→「New repository secret」で 2 つ登録します。登録したら手元の .pem は消します。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まだ用意していない構成案です。WG のアプリは Container Apps で動かし、イメージは GitHub のコンテナレジストリ（ghcr.io）に置きます。WG ごとにリソースグループ（RG）を分け、homepage と DB がある hirahira には入れません。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homepage の自動デプロイも、権限を App Service 1 つに絞り、RG の hirahira には付けていません。WG でも同じ考え方で、GitHub Actions から届く範囲を WG の RG に閉じます。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-8-4.png"/><Relationship Id="rId6" Type="http://schemas.openxmlformats.org/officeDocument/2006/relationships/image" Target="../media/image-2-1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-8-4.png"/><Relationship Id="rId6" Type="http://schemas.openxmlformats.org/officeDocument/2006/relationships/image" Target="../media/image-2-1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作って見守る。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のリポジトリの作り方（非公開）、main の守り方、WG のチーム、サイトへの掲載、メンバーの交代と終了。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868680"/>
            <a:ext cx="3291840" cy="352044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5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17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20208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20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267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624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624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8712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227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2278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831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8313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アプリケーション構成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078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運営の作業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が立ち上がったらやること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709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載せる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立ち上げたらすぐ、サイトに「準備中」で載せる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39696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04288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042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70992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04288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304288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テンプレートからリポジトリを作る（非公開）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04288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04288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822192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86784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8678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70992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986784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3986784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のチームを作り、リポジトリに Write を付ける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986784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986784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504688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0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6692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70992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669280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つなぐ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WG紹介にチーム名を入れる。参加ボタンが出る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669280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669280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187184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351776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3517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09928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351776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7351776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抜けた人を外し、終わったらアーカイブ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351776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351776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そのつど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1  ·  載せる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まずサイトに「準備中」で載せる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funitclub.org/edit/ にログイン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編集画面は公開サイトからリンクしていない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「WG紹介」→「WGを追加」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右のように入れる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状態は「準備中」。GitHub のチームは空欄のまま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「追加する」を押す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一覧に「準備中」のカードが出る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チーム名はあとで入れる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リポジトリとチームを作ってから（手順 4）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funitclub.org/edit/wg/add/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783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識別子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55080" y="180136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18013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55080" y="213055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213055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カウントダウン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2441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55080" y="2459736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245973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 行で、何を作る WG か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55080" y="2788920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19088" y="2788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  ▾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0998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Webアプリの URL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55080" y="311810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19088" y="311810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（空欄のまま）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12064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追加リンクの名前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55080" y="344728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19088" y="344728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のチーム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377647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19088" y="377647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（あとで入れる）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20640" y="413308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4160520"/>
            <a:ext cx="100584" cy="100584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5367528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公開する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589520" y="4187952"/>
            <a:ext cx="868680" cy="29260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589520" y="41879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2  ·  作る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テンプレートからリポジトリを作る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wg-template を開く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github.com/funITclub/wg-template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「Use this template」を押す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右上の緑のボタン →「Create a new repository」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 を funITclub にする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自分のアカウントのままにしない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 wg-&lt;名前&gt; にする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英小文字とハイフン（例 wg-countdown）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Private を選んで作る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のチームの人だけが見られる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37160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 a new repository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repository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2322576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93792" y="23225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funITclub  ▾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82512" y="232257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2103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name *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37960" y="2322576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11112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wg-countdown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26974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20640" y="2916936"/>
            <a:ext cx="3337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93792" y="291693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カウントダウンのアプリを作る WG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38928" y="336499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67528" y="3319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38928" y="3657600"/>
            <a:ext cx="146304" cy="146304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67528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4160520"/>
            <a:ext cx="1280160" cy="27432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7804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補足  ·  main の守り方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はテンプレートの仕組みで守る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27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の設定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のままコミットしようとすると、新しいブランチを作るように促す。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15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.vscode/settings.json（git.branchProtection）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309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27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のフック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への push を、送る前に手元で止める。作業部屋を作るときに自動で有効になる。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715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.githooks/pre-push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運営の作業はない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36758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 wg-template に入っているので、テンプレートから作れば最初から効いている。GitHub の側で強制するルール（Rulesets）は、無料プランでは非公開のリポジトリに掛けられない。有料の Team プラン（教育機関向けの無料アップグレードもある）にしたら足す（手順は wg-template の README）。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どちらも外そうと思えば外せる。「うっかり main に入れる」を防ぐためのもの。PR・レビュー・テストはそのまま使える。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3  ·  チーム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のチームを作って権限を付ける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チームを作る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 の「Teams」→「New team」。名前は wg-&lt;名前&gt;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公開範囲は Visible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作った運営は maintainer で入る。そのままでよい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リポジトリにチームを付ける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→「Collaborators and teams」→「Add teams」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役割は「Write」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チームを選び、Write で追加する（右の画面）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メンバーは入れない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本人がサイトの「WG に参加」から入る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37160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› Collaborators and teams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1783080"/>
            <a:ext cx="749808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1783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people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26680" y="1783080"/>
            <a:ext cx="749808" cy="25603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26680" y="1783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20640" y="2240280"/>
            <a:ext cx="3337560" cy="658368"/>
          </a:xfrm>
          <a:prstGeom prst="rect">
            <a:avLst/>
          </a:prstGeom>
          <a:solidFill>
            <a:srgbClr val="DDF4FF"/>
          </a:solidFill>
          <a:ln w="12700">
            <a:solidFill>
              <a:srgbClr val="54AEF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404872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623560" y="2304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wg-countdown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3 members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452360" y="2432304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5236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Write  ▾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512064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人ごとではなく、チームに 1 回だけ付ける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20640" y="33832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メンバーは本人が「WG に参加」から入る。運営はチームに人を入れない。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抜けた人・卒業した人を外すのは運営（手順 5）。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4  ·  つなぐ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WG紹介にチームと Chat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「WG紹介」→ その WG の「編集」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funitclub.org/edit/ にログインして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57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チームと Chat スペースを入れる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2316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チーム名と、Google Chat で作ったスペースの URL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895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「保存する」を押す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468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カードに「WG に参加」が出る（右）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21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アプリができたら直す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88620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状態を「活動中」、Webアプリの URL を入れる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141732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41732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149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608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funitclub.org/wg/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66360" y="1828800"/>
            <a:ext cx="3337560" cy="24231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103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2340864"/>
            <a:ext cx="91440" cy="91440"/>
          </a:xfrm>
          <a:prstGeom prst="ellipse">
            <a:avLst/>
          </a:prstGeom>
          <a:solidFill>
            <a:srgbClr val="B9CAD9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33872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2560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WG-04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8163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カウントダウン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3163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 行で、何を作る WG 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3429000"/>
            <a:ext cx="2331720" cy="347472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に参加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チーム名を入れると出る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「準備中」のままでも参加できる。アプリができたら「活動中」に変える（TOP の件数もここで連動する）。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参加のしくみ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メンバーの参加は自動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アドレスを入れる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本人が「WG に参加」で大学のアドレスを入れる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487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6032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190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名簿で確かめる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のクラブのクラスにいるか（運営の許可で読む）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0799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66344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7190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メールのリンク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アドレスの持ち主だと確かめる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61111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76656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0" y="1600200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71907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 とチームに追加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 に追加。GitHub でログインしてチームへ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運営の作業は開設のときだけ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チームと Chat スペースを作ってサイトに登録すれば、あとは本人が進める。失敗したときだけ通知が届く。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59836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3442716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個人の情報は残らない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3442716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アドレスも GitHub のユーザー名も、サイトは保存もログ出力もしない。メンバーかどうかは画面に出さず、メールで本人にだけ伝える。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062472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245352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運営が替わったら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245352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名簿・招待・Chat の許可は運営（クラスの先生）のアカウント。替わったら許可し直す（deploy.txt）。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5  ·  見守る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メンバーの交代と、WG の終了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メンバーが抜けたら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を抜けた人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チームの「Members」から外す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卒業・退部なら org から外す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 の「People」→ その人 →「Remove from organization」。チームからも外れる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Classroom・Chat からも外す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を外さないと「WG に参加」を通れる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が終わったら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9204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紹介を直す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記録として残すか、「公開する」を外すか決める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リポジトリをアーカイブ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33095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のいちばん下 →「Archive this repository」。チームは消してよい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9204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9204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公開を止める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33095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の wg-apps.yml から外す。次のデプロイで消える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アプリは homepage の中で動かす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7772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777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稼働中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14884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21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wg-&lt;名前&gt;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のリポジトリ（非公開）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37360" y="277063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301752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090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への push で起動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737360" y="363931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388620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取り込んで zip を作る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03320" y="1417320"/>
            <a:ext cx="4983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AD9"/>
            </a:solidFill>
            <a:prstDash val="dash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1848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34340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078224" y="2002536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05072" y="2075688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31920" y="2148840"/>
            <a:ext cx="2331720" cy="228600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96512" y="2286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Service: funITclub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96512" y="26517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20624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wg/&lt;名前&gt;/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420624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/&lt;名前&gt;/ で動く。一覧から辿って開く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4096512" y="3657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デプロイ時だけ取り込む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096512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公表したら works/ へ移す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537960" y="2148840"/>
            <a:ext cx="1920240" cy="22860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02552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同じアプリの中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6702552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の画面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 Vault</a:t>
            </a:r>
            <a:endParaRPr lang="en-US" sz="11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721608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949440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のアプリも同じものを使う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035808" y="4187952"/>
            <a:ext cx="877824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  ·  登録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でやること（WG ごと一度だけ）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28016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アプリをこのリポジトリに入れる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Developer settings を開く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 → 上のタブ「Settings」→ 左メニューのいちばん下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8580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の設定に入る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「GitHub Apps」→ 一覧の funitclub-wg-deploy の右の「Edit」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8580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リポジトリを足す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左の「Install App」→ funITclub の歯車 → wg-&lt;名前&gt; を選び「Save」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548640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鍵とシークレットを登録する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9204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48920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の設定に戻って pem を作る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①の「Edit」の画面へ戻る →「Credentials」→「Key pairs」→「New key」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48920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 Secrets を開く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33095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 →「Settings」→ 左の「Secrets and variables」→「Actions」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9204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489204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つ入れる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33095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「New repository secret」を 2 回押して、下の名前で登録する</a:t>
            </a:r>
            <a:endParaRPr lang="en-US" sz="100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名前は HOMEPAGE_DEPLOY_APP_ID（App の「General」に出ている数字）と HOMEPAGE_DEPLOY_PRIVATE_KEY（.pem の中身）。登録したら手元の .pem は消す。</a:t>
            </a:r>
            <a:endParaRPr lang="en-US" sz="1050" dirty="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  ·  登録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でやること・確かめ方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28016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でやること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wg-apps.yml に 1 行足す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repo・take・as を書いて push。これで /&lt;名前&gt;/ が生える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8580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Webアプリの URL を入れる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アプリができたら /edit/ の WG紹介に。状態も「活動中」にする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8580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公表するときは works へ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wg-apps.yml の as を works に変える（URL はそのまま）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548640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できたか確かめる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9204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48920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 Actions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マージの 10 秒後に緑。homepage のデプロイを呼べたということ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48920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の Actions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33095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5〜9 分で緑。ここが赤いときは公開されていない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9204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489204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一覧から開く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33095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直打ちでは開かない。カードのボタンから辿る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wg-apps.yml に登録するまでは取り込まれない。WG がマージしても、サイトには出ない（homepage が作り直されるだけ）。</a:t>
            </a:r>
            <a:endParaRPr lang="en-US" sz="1050" dirty="0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  ·  気をつけること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同じアプリで動かすので、3 つに気をつける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19085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一覧から入る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を直に開いた人は一覧へ送り返される。入口を funitclub に集めるため。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59836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4156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332" y="19085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4156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壊すと全体に響く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156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と同じプロセス・同じ DB。起動に失敗するとサイト全体が止まる。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62472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68" y="190853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6792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出す前に確かめる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取り込んだ状態でテストと migrate を流す。応答が無ければ直前の状態に戻す。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運営は homepage の wg-apps.yml に WG を登録し、WG のリポジトリに起動用のシークレットを入れる（deploy.txt）。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01 リポジトリの作り方と運用</dc:title>
  <dc:subject>PptxGenJS Presentation</dc:subject>
  <dc:creator>PptxGenJS</dc:creator>
  <cp:lastModifiedBy>PptxGenJS</cp:lastModifiedBy>
  <cp:revision>1</cp:revision>
  <dcterms:created xsi:type="dcterms:W3CDTF">2026-09-20T02:11:52Z</dcterms:created>
  <dcterms:modified xsi:type="dcterms:W3CDTF">2026-09-20T02:11:52Z</dcterms:modified>
</cp:coreProperties>
</file>