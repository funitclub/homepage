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16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02）が終わった人向けの、作業の進め方の資料です。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作業の始め方と終わり方、ブランチ → プルリクエスト → マージ、レビュー、活動ページの作り方。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17296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作業の流れ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マージすると funitclub.org に自動で反映される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に戻り「ソース管理」→「…」→「プル」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活動ページ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雛形を入れる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にスキルを入れる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手順は funITclub/claude-plugins の README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「活動ページを作って」と頼む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&lt;WG&gt;_activity ができ、テストまで通る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が無いとき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claude-plugins の install.py で雛形を写す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書いて載せる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content.py に紹介を書く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紹介と資料の題。構想資料は slides.html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チケットは GitHub の Issue に書く</a:t>
            </a:r>
            <a:endParaRPr lang="en-US" sz="1200" dirty="0"/>
          </a:p>
        </p:txBody>
      </p:sp>
      <p:sp>
        <p:nvSpPr>
          <p:cNvPr id="37" name="Text ticket note"/>
          <p:cNvSpPr txBox="1"/>
          <p:nvPr/>
        </p:nvSpPr>
        <p:spPr>
          <a:xfrm>
            <a:off x="533095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題名と本文は公開。名前・連絡先・秘密は書かない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マージして運営に伝える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登録されたら /edit/ で追加リンクを入れる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のため）。パッケージの版は homepage とそろえる（公開のとき合流するため）。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