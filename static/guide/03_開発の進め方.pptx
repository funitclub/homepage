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16"/>
    <p:sldId id="266" r:id="rId17"/>
    <p:sldId id="267" r:id="rId18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パソコンの準備（資料 02）が終わった人向けの、作業の進め方の資料です。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は WG のみんなの完成版です。直接は変更できないようにしてあるので、自分のブランチで作ってから、プルリクエストで main にまとめてもらいます。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作業部屋の中身は Docker を終了しても消えません。次に開けば続きから作業できます。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のままコミットしようとすると、VS Code がブランチを作るように促します。main への push も手元で止めてあります。必ず自分のブランチを作ってから作業します。コミットは区切りのいいところで何回してもかまいません。初めて送るときは GitHub へのサインインを求められるので、許可してブラウザで Authorize を押します。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ブラウザで GitHub のリポジトリを開くと、送ったブランチについて Compare &amp; pull request の帯が出ます。テストが赤いまま、または承認がないうちは、マージしないでください。非公開のリポジトリなので仕組みでは止まりません。WG の決まりとして守ります。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レビューは間違い探しではなく、みんなの main を守るための確認です。分からないところは質問として書いて構いません。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コマンドは VS Code の中のターミナルで打ちます。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公開リポジトリに一度送った秘密情報は、消してもフォークやアーカイブに残ります。漏れたときは消すだけでなく、キーそのものを作り直す必要があります。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詳しい対処は homepage の docs/development.md の「困ったとき」にあります。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作業の始め方と終わり方、ブランチ → プルリクエスト → マージ、レビュー、活動ページとチケットの書き方。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868680"/>
            <a:ext cx="3291840" cy="352044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024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5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41732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4173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664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02082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020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2677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62432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6243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87121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3172968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322783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2278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47472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3831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8313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アプリケーション構成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4078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ブランチで作って、main にまとめる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38100">
            <a:solidFill>
              <a:srgbClr val="00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みんなの完成版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2103120" y="2103120"/>
            <a:ext cx="548640" cy="82296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103120"/>
            <a:ext cx="3657600" cy="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103120"/>
            <a:ext cx="548640" cy="82296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add-login-page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自分の作業場所（ブランチ）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881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826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70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2779776"/>
            <a:ext cx="292608" cy="292608"/>
          </a:xfrm>
          <a:prstGeom prst="ellipse">
            <a:avLst/>
          </a:prstGeom>
          <a:solidFill>
            <a:srgbClr val="5BB8FF"/>
          </a:solidFill>
          <a:ln w="25400">
            <a:solidFill>
              <a:srgbClr val="001E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24028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02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228600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05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28600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301752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ブランチを作る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から枝分かれ。何をしても main は壊れない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コミットする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変更を記録する。何回してもよい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「main にまとめて」とお願いする。テストと確認が入る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マージする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に取り込まれる。ブランチは消してよい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作業の流れ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始め方と終わり方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始めるとき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緑になるまで待つ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を開く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開かなければ「ファイル」→「最近使用した項目を開く」→ [開発コンテナー] 付きのもの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「ソース管理」→「…」→「プル」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終わるとき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 GitHub に送る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次のページの手順でコミットして発行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を閉じる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を終了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メモリを使うので。クジラ →「Quit Docker Desktop」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変更を届ける 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Code：ブランチを作ってコミット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 main のまま「ソース管理」→「…」→「プル」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ブランチを作る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左下の main →「+ 新しいブランチの作成...」→ 名前を入れる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作ってテストする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で確かめ、python manage.py test で OK を確かめる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「ソース管理」で何を変えたか書いて「コミット」。聞かれたら「はい」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に送る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「Branch の発行」（2 回目からは「変更の同期」）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32461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1371600"/>
            <a:ext cx="32461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332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ソース管理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1783080"/>
            <a:ext cx="28803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15000" y="17830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ログイン画面を追加する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コミット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  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2880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C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3154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31546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3C9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 Branch の発行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0680" y="4343400"/>
            <a:ext cx="324612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407408"/>
            <a:ext cx="146304" cy="146304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6153912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add-login-page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変更を届ける 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GitHub：プルリクエストを出してマージ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pull request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リポジトリを開くと出る黄色い帯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76856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pull request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何を変えたか・どう確かめたか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66744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59352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が緑になる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赤なら直して、もう一度送る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41848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をもらう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の誰かに見てもらう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31736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417320"/>
            <a:ext cx="1499616" cy="141732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24344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 and merge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 Delete branch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レビューする人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「Files changed」で変更を見る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気になる行は「+」でコメント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「Review changes」→「Approve」→「Submit review」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89204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マージしたあと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マージすると funitclub.org に自動で反映される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の左下で main に戻り「ソース管理」→「…」→「プル」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次の作業は、また新しいブランチから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レビュー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プルリクエストを確認する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 のリンクを開く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の仲間から送られてくる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「Files changed」タブ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変えたところが緑（追加）と赤（削除）で出る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気になる行にコメント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行番号の横の「+」を押して書く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「Review changes」を押す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右上のボタン（右の画面）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選んで「Submit review」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良ければ Approve、直してほしければ Request changes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371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 changes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178308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03520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ログイン画面を開いて、動きを確かめました。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9512" y="287121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0" y="28346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意見だけ伝える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39512" y="3255264"/>
            <a:ext cx="137160" cy="137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3218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3218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マージしてよい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39512" y="363931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0" y="3602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changes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36027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直してからもう一度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60920" y="3931920"/>
            <a:ext cx="1097280" cy="27432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609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review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コメントは具体的に、やさしく。直してほしいときは、どこをどう直すかまで書く。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活動ページ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活動ページを作る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雛形を入れる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にスキルを入れる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手順は funITclub/claude-plugins の README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「活動ページを作って」と頼む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&lt;WG&gt;_activity ができ、テストまで通る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Code が無いとき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claude-plugins の install.py で雛形を写す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書いて載せる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content.py に紹介を書く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紹介と資料の題。構想資料は slides.html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チケットは GitHub の Issue に書く</a:t>
            </a:r>
            <a:endParaRPr lang="en-US" sz="1200" dirty="0"/>
          </a:p>
        </p:txBody>
      </p:sp>
      <p:sp>
        <p:nvSpPr>
          <p:cNvPr id="37" name="Text ticket note"/>
          <p:cNvSpPr txBox="1"/>
          <p:nvPr/>
        </p:nvSpPr>
        <p:spPr>
          <a:xfrm>
            <a:off x="533095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題名と本文は公開。名前・連絡先・秘密は書かない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マージして運営に伝える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登録されたら /edit/ で追加リンクを入れる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活動ページ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チケットを書く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起票する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「GitHub で新しいチケット」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活動ページから。フォームを選んで書く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Issues → New issue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リポジトリからでも同じフォームが開く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ボードからは Create new issue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「+ Add item」の下書きは活動ページに出ない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動かす・閉じる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ボードで項目を入れる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優先度・期日・進捗率・プロジェクト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 を閉じる</a:t>
            </a:r>
            <a:endParaRPr lang="en-US" sz="1200" dirty="0"/>
          </a:p>
        </p:txBody>
      </p:sp>
      <p:sp>
        <p:nvSpPr>
          <p:cNvPr id="37" name="Text ticket note"/>
          <p:cNvSpPr txBox="1"/>
          <p:nvPr/>
        </p:nvSpPr>
        <p:spPr>
          <a:xfrm>
            <a:off x="533095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ボードは「終了」、活動ページは完了に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分以内に活動ページに出る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題名と本文は公開。担当者は出ない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活動ページ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日程と作業の分け方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ガントチャート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開始日と期日を入れる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Issue の右の Projects の欄で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ボードのタブ「ガントチャート」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開始日〜期日が横棒で並ぶ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横棒を動かして日程を直す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端を伸ばすと期日が変わる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WBS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「Create sub-issue」で分ける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大きい作業の下に子のチケットを作る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ボードのタブ「WBS」</a:t>
            </a:r>
            <a:endParaRPr lang="en-US" sz="1200" dirty="0"/>
          </a:p>
        </p:txBody>
      </p:sp>
      <p:sp>
        <p:nvSpPr>
          <p:cNvPr id="37" name="Text ticket note"/>
          <p:cNvSpPr txBox="1"/>
          <p:nvPr/>
        </p:nvSpPr>
        <p:spPr>
          <a:xfrm>
            <a:off x="533095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親ごとに子がまとまり、進み具合が出る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子にも開始日と期日を入れる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ガントチャートに作業ごとの横棒が出る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よく使う操作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よく使う操作とコマンド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やりたいこと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サイトを起動する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F5（止めるのは Shift + F5）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テストを流す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モデルを変えた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makemigrations → migrate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管理画面のアカウントを作る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createsuperuser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パッケージを足す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requirements.txt に書き、pip install -r requirements.txt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ターミナルを開く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「ターミナル」→「新しいターミナル」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コマンドは Windows でも Mac でも同じ（作業部屋の中は Linux のため）。パッケージの版は homepage とそろえる（公開のとき合流するため）。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ルール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守ることは 4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しない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必ずプルリクエストを出し、テストとレビューを通す。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パスワードや API キーを書かない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消しても履歴に残り、WG の全員が見られる。.env に置く。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学籍番号が公開されてしまう。コード・README・コミットのメールすべて。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送る前にテストを流す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manage.py test が通ってから送る。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困ったとき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こうなったら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 のまま変更してしまった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そのまま「+ 新しいブランチの作成...」。変更は新しいブランチに移る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コミットでブランチ名を聞かれた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 のままだった。名前（例 add-login-page）を入れて進める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 に送ろうとして止められた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ブランチを作ってから送る（main への push は手元で止めている）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Test が赤い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 の「Details」でエラーを見る。手元で python manage.py test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マージしてよいか迷う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Test が緑で Approve をもらってから（仕組みでは止まらない）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such table 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ターミナルで python manage.py migrate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送れない（403）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「WG に参加」を済ませ、招待の Join を押したか確かめる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それでも進まないときは、画面のスクリーンショットと「どの資料の、手順の何番で止まったか」を添えて運営へ。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03 開発の進め方</dc:title>
  <dc:subject>PptxGenJS Presentation</dc:subject>
  <dc:creator>PptxGenJS</dc:creator>
  <cp:lastModifiedBy>PptxGenJS</cp:lastModifiedBy>
  <cp:revision>1</cp:revision>
  <dcterms:created xsi:type="dcterms:W3CDTF">2026-09-20T02:11:52Z</dcterms:created>
  <dcterms:modified xsi:type="dcterms:W3CDTF">2026-09-20T02:11:52Z</dcterms:modified>
</cp:coreProperties>
</file>