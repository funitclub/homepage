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5" r:id="rId16"/>
    <p:sldId id="266" r:id="rId17"/>
    <p:sldId id="267" r:id="rId18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10.xml"/><Relationship Id="rId9" Type="http://schemas.openxmlformats.org/officeDocument/2006/relationships/slide" Target="slides/slide11.xml"/><Relationship Id="rId10" Type="http://schemas.openxmlformats.org/officeDocument/2006/relationships/slide" Target="slides/slide12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パソコンの準備（資料 02）が終わった人向けの、作業の進め方の資料です。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main は WG のみんなの完成版です。直接は変更できないようにしてあるので、自分のブランチで作ってから、プルリクエストで main にまとめてもらいます。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作業部屋の中身は Docker を終了しても消えません。次に開けば続きから作業できます。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main のままコミットしようとすると、VS Code がブランチを作るように促します。main への push も手元で止めてあります。必ず自分のブランチを作ってから作業します。コミットは区切りのいいところで何回してもかまいません。初めて送るときは GitHub へのサインインを求められるので、許可してブラウザで Authorize を押します。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ブラウザで GitHub のリポジトリを開くと、送ったブランチについて Compare &amp; pull request の帯が出ます。テストが赤いまま、または承認がないうちは、マージしないでください。非公開のリポジトリなので仕組みでは止まりません。WG の決まりとして守ります。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レビューは間違い探しではなく、みんなの main を守るための確認です。分からないところは質問として書いて構いません。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コマンドは VS Code の中のターミナルで打ちます。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公開リポジトリに一度送った秘密情報は、消してもフォークやアーカイブに残ります。漏れたときは消すだけでなく、キーそのものを作り直す必要があります。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詳しい対処は homepage の docs/development.md の「困ったとき」にあります。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3-1.png"/><Relationship Id="rId3" Type="http://schemas.openxmlformats.org/officeDocument/2006/relationships/image" Target="../media/image-3-2.png"/><Relationship Id="rId4" Type="http://schemas.openxmlformats.org/officeDocument/2006/relationships/notesSlide" Target="../notesSlides/notesSlide3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3-1.png"/><Relationship Id="rId3" Type="http://schemas.openxmlformats.org/officeDocument/2006/relationships/image" Target="../media/image-3-2.png"/><Relationship Id="rId4" Type="http://schemas.openxmlformats.org/officeDocument/2006/relationships/notesSlide" Target="../notesSlides/notesSlide3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3-1.png"/><Relationship Id="rId3" Type="http://schemas.openxmlformats.org/officeDocument/2006/relationships/image" Target="../media/image-3-2.png"/><Relationship Id="rId4" Type="http://schemas.openxmlformats.org/officeDocument/2006/relationships/notesSlide" Target="../notesSlides/notesSlide3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fun IT club — WG 立ち上げガイド  03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作って、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届ける。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78892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DDDD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作業の始め方と終わり方、ブランチ → プルリクエスト → マージ、レビュー、活動ページとチケットの書き方。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3840480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38404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メンバー全員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434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2026-09  ·  fun IT club 運営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394960" y="868680"/>
            <a:ext cx="3291840" cy="3520440"/>
          </a:xfrm>
          <a:prstGeom prst="rect">
            <a:avLst/>
          </a:prstGeom>
          <a:solidFill>
            <a:srgbClr val="1A4A70"/>
          </a:solidFill>
          <a:ln w="12700">
            <a:solidFill>
              <a:srgbClr val="1A4A7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23560" y="10241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資料は 5 本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623560" y="1417320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417320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概要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1664208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5623560" y="2020824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035040" y="2020824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リポジトリの作り方と運用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6035040" y="226771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5623560" y="2624328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0" y="2624328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パソコンの準備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6035040" y="2871216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全員・初回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486400" y="3172968"/>
            <a:ext cx="3108960" cy="54864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623560" y="32278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035040" y="3227832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開発の進め方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035040" y="3474720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5623560" y="3831336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035040" y="3831336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アプリケーション構成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6035040" y="4078224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しくみ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ブランチで作って、main にまとめる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2926080"/>
            <a:ext cx="7680960" cy="0"/>
          </a:xfrm>
          <a:prstGeom prst="line">
            <a:avLst/>
          </a:prstGeom>
          <a:noFill/>
          <a:ln w="38100">
            <a:solidFill>
              <a:srgbClr val="001E3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303580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24612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みんなの完成版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 flipV="1">
            <a:off x="2103120" y="2103120"/>
            <a:ext cx="548640" cy="822960"/>
          </a:xfrm>
          <a:prstGeom prst="line">
            <a:avLst/>
          </a:prstGeom>
          <a:noFill/>
          <a:ln w="38100">
            <a:solidFill>
              <a:srgbClr val="5BB8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651760" y="2103120"/>
            <a:ext cx="3657600" cy="0"/>
          </a:xfrm>
          <a:prstGeom prst="line">
            <a:avLst/>
          </a:prstGeom>
          <a:noFill/>
          <a:ln w="38100">
            <a:solidFill>
              <a:srgbClr val="5BB8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09360" y="2103120"/>
            <a:ext cx="548640" cy="822960"/>
          </a:xfrm>
          <a:prstGeom prst="line">
            <a:avLst/>
          </a:prstGeom>
          <a:noFill/>
          <a:ln w="38100">
            <a:solidFill>
              <a:srgbClr val="5BB8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43200" y="153619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add-login-page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743200" y="175564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自分の作業場所（ブランチ）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088136" y="2825496"/>
            <a:ext cx="201168" cy="201168"/>
          </a:xfrm>
          <a:prstGeom prst="ellipse">
            <a:avLst/>
          </a:prstGeom>
          <a:solidFill>
            <a:srgbClr val="001E3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002536" y="2825496"/>
            <a:ext cx="201168" cy="201168"/>
          </a:xfrm>
          <a:prstGeom prst="ellipse">
            <a:avLst/>
          </a:prstGeom>
          <a:solidFill>
            <a:srgbClr val="001E3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488936" y="2825496"/>
            <a:ext cx="201168" cy="201168"/>
          </a:xfrm>
          <a:prstGeom prst="ellipse">
            <a:avLst/>
          </a:prstGeom>
          <a:solidFill>
            <a:srgbClr val="001E3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82696" y="2002536"/>
            <a:ext cx="201168" cy="201168"/>
          </a:xfrm>
          <a:prstGeom prst="ellipse">
            <a:avLst/>
          </a:prstGeom>
          <a:solidFill>
            <a:srgbClr val="5BB8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97096" y="2002536"/>
            <a:ext cx="201168" cy="201168"/>
          </a:xfrm>
          <a:prstGeom prst="ellipse">
            <a:avLst/>
          </a:prstGeom>
          <a:solidFill>
            <a:srgbClr val="5BB8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111496" y="2002536"/>
            <a:ext cx="201168" cy="201168"/>
          </a:xfrm>
          <a:prstGeom prst="ellipse">
            <a:avLst/>
          </a:prstGeom>
          <a:solidFill>
            <a:srgbClr val="5BB8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11696" y="2779776"/>
            <a:ext cx="292608" cy="292608"/>
          </a:xfrm>
          <a:prstGeom prst="ellipse">
            <a:avLst/>
          </a:prstGeom>
          <a:solidFill>
            <a:srgbClr val="5BB8FF"/>
          </a:solidFill>
          <a:ln w="25400">
            <a:solidFill>
              <a:srgbClr val="001E3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20240" y="2240280"/>
            <a:ext cx="274320" cy="27432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920240" y="2240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160520" y="2286000"/>
            <a:ext cx="274320" cy="27432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160520" y="2286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760720" y="2286000"/>
            <a:ext cx="274320" cy="27432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760720" y="2286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995160" y="3017520"/>
            <a:ext cx="274320" cy="27432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995160" y="3017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657600"/>
            <a:ext cx="274320" cy="2743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57200" y="3657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" y="366674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ブランチを作る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40233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から枝分かれ。何をしても main は壊れない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2560320" y="3657600"/>
            <a:ext cx="274320" cy="2743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560320" y="3657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2926080" y="366674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コミットする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2560320" y="40233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変更を記録する。何回してもよい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663440" y="3657600"/>
            <a:ext cx="274320" cy="2743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663440" y="3657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5029200" y="366674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プルリクエスト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4663440" y="40233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「main にまとめて」とお願いする。テストと確認が入る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766560" y="3657600"/>
            <a:ext cx="274320" cy="2743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766560" y="3657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7132320" y="366674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マージする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766560" y="40233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に取り込まれる。ブランチは消してよい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作業の流れ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始め方と終わり方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402336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618488"/>
            <a:ext cx="457200" cy="45720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737360"/>
            <a:ext cx="219456" cy="2194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80160" y="161848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始めるとき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85800" y="23317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331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124712" y="234086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Docker Desktop を起動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124712" y="260604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緑になるまで待つ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85800" y="30632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063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24712" y="307238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を開く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124712" y="333756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開かなければ「ファイル」→「最近使用した項目を開く」→ [開発コンテナー] 付きのもの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85800" y="3794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794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124712" y="380390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最新にする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124712" y="406908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「ソース管理」→「…」→「プル」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663440" y="1417320"/>
            <a:ext cx="402336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892040" y="1618488"/>
            <a:ext cx="457200" cy="45720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912" y="1737360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5486400" y="161848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終わるとき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4892040" y="23317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4892040" y="2331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2"/>
          <p:cNvSpPr txBox="1"/>
          <p:nvPr/>
        </p:nvSpPr>
        <p:spPr>
          <a:xfrm>
            <a:off x="5330952" y="234086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変更を GitHub に送る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5330952" y="260604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次のページの手順でコミットして発行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4892040" y="30632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4892040" y="3063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30" name="Text 26"/>
          <p:cNvSpPr txBox="1"/>
          <p:nvPr/>
        </p:nvSpPr>
        <p:spPr>
          <a:xfrm>
            <a:off x="5330952" y="307238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を閉じる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4892040" y="3794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4892040" y="3794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33" name="Text 29"/>
          <p:cNvSpPr txBox="1"/>
          <p:nvPr/>
        </p:nvSpPr>
        <p:spPr>
          <a:xfrm>
            <a:off x="5330952" y="380390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Docker Desktop を終了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5330952" y="406908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メモリを使うので。クジラ →「Quit Docker Desktop」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変更を届ける 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Code：ブランチを作ってコミット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80744"/>
            <a:ext cx="4224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最新にする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45920"/>
            <a:ext cx="4224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左下が main のまま「ソース管理」→「…」→「プル」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020824"/>
            <a:ext cx="4224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ブランチを作る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286000"/>
            <a:ext cx="4224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左下の main →「+ 新しいブランチの作成...」→ 名前を入れる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651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660904"/>
            <a:ext cx="4224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作ってテストする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2926080"/>
            <a:ext cx="4224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F5 で確かめ、python manage.py test で OK を確かめる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2918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291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300984"/>
            <a:ext cx="4224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コミットする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566160"/>
            <a:ext cx="4224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「ソース管理」で何を変えたか書いて「コミット」。聞かれたら「はい」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9319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931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3941064"/>
            <a:ext cx="4224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に送る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896112" y="4206240"/>
            <a:ext cx="4224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「Branch の発行」（2 回目からは「変更の同期」）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40680" y="1371600"/>
            <a:ext cx="3246120" cy="3246120"/>
          </a:xfrm>
          <a:prstGeom prst="rect">
            <a:avLst/>
          </a:prstGeom>
          <a:solidFill>
            <a:srgbClr val="1F1F1F"/>
          </a:solidFill>
          <a:ln w="12700">
            <a:solidFill>
              <a:srgbClr val="3C3C3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440680" y="1371600"/>
            <a:ext cx="3246120" cy="274320"/>
          </a:xfrm>
          <a:prstGeom prst="rect">
            <a:avLst/>
          </a:prstGeom>
          <a:solidFill>
            <a:srgbClr val="3C3C3C"/>
          </a:solidFill>
          <a:ln w="12700">
            <a:solidFill>
              <a:srgbClr val="3C3C3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568696" y="146304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733288" y="146304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897880" y="146304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126480" y="137160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ソース管理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23560" y="1783080"/>
            <a:ext cx="2880360" cy="310896"/>
          </a:xfrm>
          <a:prstGeom prst="rect">
            <a:avLst/>
          </a:prstGeom>
          <a:solidFill>
            <a:srgbClr val="3C3C3C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715000" y="1783080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ログイン画面を追加する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623560" y="2194560"/>
            <a:ext cx="2880360" cy="292608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623560" y="2194560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 コミット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5669280" y="260604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CCCC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変更  2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5806440" y="288036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views.py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8229600" y="2880360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E2C0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5806440" y="315468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login.html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8229600" y="3154680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73C99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623560" y="3566160"/>
            <a:ext cx="2880360" cy="292608"/>
          </a:xfrm>
          <a:prstGeom prst="rect">
            <a:avLst/>
          </a:prstGeom>
          <a:solidFill>
            <a:srgbClr val="3C3C3C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623560" y="3566160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☁ Branch の発行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440680" y="4343400"/>
            <a:ext cx="3246120" cy="274320"/>
          </a:xfrm>
          <a:prstGeom prst="rect">
            <a:avLst/>
          </a:prstGeom>
          <a:solidFill>
            <a:srgbClr val="181818"/>
          </a:solidFill>
          <a:ln w="12700">
            <a:solidFill>
              <a:srgbClr val="18181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40680" y="4343400"/>
            <a:ext cx="411480" cy="27432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440680" y="43434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&gt;&lt;</a:t>
            </a:r>
            <a:endParaRPr lang="en-US" sz="1000" dirty="0"/>
          </a:p>
        </p:txBody>
      </p:sp>
      <p:pic>
        <p:nvPicPr>
          <p:cNvPr id="4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4407408"/>
            <a:ext cx="146304" cy="146304"/>
          </a:xfrm>
          <a:prstGeom prst="rect">
            <a:avLst/>
          </a:prstGeom>
        </p:spPr>
      </p:pic>
      <p:sp>
        <p:nvSpPr>
          <p:cNvPr id="45" name="Text 42"/>
          <p:cNvSpPr txBox="1"/>
          <p:nvPr/>
        </p:nvSpPr>
        <p:spPr>
          <a:xfrm>
            <a:off x="6153912" y="43434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add-login-page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変更を届ける 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GitHub：プルリクエストを出してマージ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1499616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94360" y="1554480"/>
            <a:ext cx="310896" cy="310896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554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96596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1E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&amp; pull request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37744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リポジトリを開くと出る黄色い帯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984248" y="2125980"/>
            <a:ext cx="128016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139696" y="1417320"/>
            <a:ext cx="1499616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276856" y="1554480"/>
            <a:ext cx="310896" cy="310896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276856" y="1554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2276856" y="196596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1E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pull request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2276856" y="237744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何を変えたか・どう確かめたか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666744" y="2125980"/>
            <a:ext cx="128016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822192" y="1417320"/>
            <a:ext cx="1499616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959352" y="1554480"/>
            <a:ext cx="310896" cy="310896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959352" y="1554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959352" y="196596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1E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が緑になる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3959352" y="237744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赤なら直して、もう一度送る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349240" y="2125980"/>
            <a:ext cx="128016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5504688" y="1417320"/>
            <a:ext cx="1499616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641848" y="1554480"/>
            <a:ext cx="310896" cy="310896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41848" y="1554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641848" y="196596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1E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をもらう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641848" y="237744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の誰かに見てもらう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031736" y="2125980"/>
            <a:ext cx="128016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7187184" y="1417320"/>
            <a:ext cx="1499616" cy="141732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324344" y="1554480"/>
            <a:ext cx="310896" cy="310896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324344" y="1554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7324344" y="196596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Squash and merge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7324344" y="237744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 Delete branch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57200" y="3017520"/>
            <a:ext cx="402336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685800" y="318211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レビューする人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685800" y="3566160"/>
            <a:ext cx="3611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「Files changed」で変更を見る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気になる行は「+」でコメント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「Review changes」→「Approve」→「Submit review」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663440" y="3017520"/>
            <a:ext cx="402336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4892040" y="318211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マージしたあと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4892040" y="3566160"/>
            <a:ext cx="3611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マージすると funitclub.org に自動で反映される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の左下で main に戻り「ソース管理」→「…」→「プル」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次の作業は、また新しいブランチから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レビュー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プルリクエストを確認する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8074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PR のリンクを開く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4592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の仲間から送られてくる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02082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「Files changed」タブ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28600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変えたところが緑（追加）と赤（削除）で出る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651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66090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気になる行にコメント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292608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行番号の横の「+」を押して書く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2918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291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30098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「Review changes」を押す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56616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右上のボタン（右の画面）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9319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931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394106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選んで「Submit review」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896112" y="420624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良ければ Approve、直してほしければ Request changes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983480" y="1371600"/>
            <a:ext cx="37033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983480" y="1371600"/>
            <a:ext cx="370332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11496" y="146304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276088" y="146304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40680" y="146304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69280" y="137160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Review changes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212080" y="1783080"/>
            <a:ext cx="32461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303520" y="182880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32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ログイン画面を開いて、動きを確かめました。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239512" y="2871216"/>
            <a:ext cx="137160" cy="1371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486400" y="283464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Comment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6903720" y="2834640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963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意見だけ伝える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239512" y="3255264"/>
            <a:ext cx="137160" cy="13716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0078D4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486400" y="321868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6903720" y="321868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963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マージしてよい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5239512" y="3639312"/>
            <a:ext cx="137160" cy="1371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0" y="3602736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 changes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6903720" y="3602736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963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直してからもう一度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360920" y="3931920"/>
            <a:ext cx="1097280" cy="274320"/>
          </a:xfrm>
          <a:prstGeom prst="rect">
            <a:avLst/>
          </a:prstGeom>
          <a:solidFill>
            <a:srgbClr val="1F883D"/>
          </a:solidFill>
          <a:ln w="12700">
            <a:solidFill>
              <a:srgbClr val="1F883D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360920" y="39319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 review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457200" y="4617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コメントは具体的に、やさしく。直してほしいときは、どこをどう直すかまで書く。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3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活動ページ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活動ページを作る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402336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618488"/>
            <a:ext cx="457200" cy="45720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2" y="1737360"/>
            <a:ext cx="219456" cy="2194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80160" y="161848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雛形を入れる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85800" y="23317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331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124712" y="234086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 Code にスキルを入れる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124712" y="260604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手順は funITclub/claude-plugins の README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85800" y="30632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063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24712" y="307238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「活動ページを作って」と頼む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124712" y="333756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&lt;WG&gt;_activity ができ、テストまで通る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85800" y="3794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794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124712" y="380390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 Code が無いとき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124712" y="406908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claude-plugins の install.py で雛形を写す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663440" y="1417320"/>
            <a:ext cx="402336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892040" y="1618488"/>
            <a:ext cx="457200" cy="45720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35" name="Picture 3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10912" y="1737360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5486400" y="161848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書いて載せる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4892040" y="23317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4892040" y="2331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2"/>
          <p:cNvSpPr txBox="1"/>
          <p:nvPr/>
        </p:nvSpPr>
        <p:spPr>
          <a:xfrm>
            <a:off x="5330952" y="234086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content.py に紹介を書く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5330952" y="260604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紹介と資料の題。構想資料は slides.html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4892040" y="30632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4892040" y="3063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30" name="Text 26"/>
          <p:cNvSpPr txBox="1"/>
          <p:nvPr/>
        </p:nvSpPr>
        <p:spPr>
          <a:xfrm>
            <a:off x="5330952" y="307238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チケットは GitHub の Issue に書く</a:t>
            </a:r>
            <a:endParaRPr lang="en-US" sz="1200" dirty="0"/>
          </a:p>
        </p:txBody>
      </p:sp>
      <p:sp>
        <p:nvSpPr>
          <p:cNvPr id="37" name="Text ticket note"/>
          <p:cNvSpPr txBox="1"/>
          <p:nvPr/>
        </p:nvSpPr>
        <p:spPr>
          <a:xfrm>
            <a:off x="5330952" y="333756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題名と本文は公開。名前・連絡先・秘密は書かない</a:t>
            </a:r>
            <a:endParaRPr lang="en-US" sz="1000" dirty="0"/>
          </a:p>
        </p:txBody>
      </p:sp>
      <p:sp>
        <p:nvSpPr>
          <p:cNvPr id="31" name="Shape 27"/>
          <p:cNvSpPr/>
          <p:nvPr/>
        </p:nvSpPr>
        <p:spPr>
          <a:xfrm>
            <a:off x="4892040" y="3794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4892040" y="3794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33" name="Text 29"/>
          <p:cNvSpPr txBox="1"/>
          <p:nvPr/>
        </p:nvSpPr>
        <p:spPr>
          <a:xfrm>
            <a:off x="5330952" y="380390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マージして運営に伝える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5330952" y="406908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登録されたら /edit/ で追加リンクを入れる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3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活動ページ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チケットを書く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402336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618488"/>
            <a:ext cx="457200" cy="45720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2" y="1737360"/>
            <a:ext cx="219456" cy="2194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80160" y="161848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起票する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85800" y="23317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331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124712" y="234086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「GitHub で新しいチケット」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124712" y="260604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活動ページから。フォームを選んで書く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85800" y="30632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063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24712" y="307238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Issues → New issue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124712" y="333756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リポジトリからでも同じフォームが開く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85800" y="3794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794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124712" y="380390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ボードからは Create new issue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124712" y="406908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「+ Add item」の下書きは活動ページに出ない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663440" y="1417320"/>
            <a:ext cx="402336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892040" y="1618488"/>
            <a:ext cx="457200" cy="45720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35" name="Picture 3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10912" y="1737360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5486400" y="161848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動かす・閉じる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4892040" y="23317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4892040" y="2331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2"/>
          <p:cNvSpPr txBox="1"/>
          <p:nvPr/>
        </p:nvSpPr>
        <p:spPr>
          <a:xfrm>
            <a:off x="5330952" y="234086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ボードで項目を入れる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5330952" y="260604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優先度・期日・進捗率・プロジェクト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4892040" y="30632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4892040" y="3063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30" name="Text 26"/>
          <p:cNvSpPr txBox="1"/>
          <p:nvPr/>
        </p:nvSpPr>
        <p:spPr>
          <a:xfrm>
            <a:off x="5330952" y="307238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Issue を閉じる</a:t>
            </a:r>
            <a:endParaRPr lang="en-US" sz="1200" dirty="0"/>
          </a:p>
        </p:txBody>
      </p:sp>
      <p:sp>
        <p:nvSpPr>
          <p:cNvPr id="37" name="Text ticket note"/>
          <p:cNvSpPr txBox="1"/>
          <p:nvPr/>
        </p:nvSpPr>
        <p:spPr>
          <a:xfrm>
            <a:off x="5330952" y="333756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ボードは「終了」、活動ページは完了に</a:t>
            </a:r>
            <a:endParaRPr lang="en-US" sz="1000" dirty="0"/>
          </a:p>
        </p:txBody>
      </p:sp>
      <p:sp>
        <p:nvSpPr>
          <p:cNvPr id="31" name="Shape 27"/>
          <p:cNvSpPr/>
          <p:nvPr/>
        </p:nvSpPr>
        <p:spPr>
          <a:xfrm>
            <a:off x="4892040" y="3794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4892040" y="3794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33" name="Text 29"/>
          <p:cNvSpPr txBox="1"/>
          <p:nvPr/>
        </p:nvSpPr>
        <p:spPr>
          <a:xfrm>
            <a:off x="5330952" y="380390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 分以内に活動ページに出る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5330952" y="406908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題名と本文は公開。担当者は出ない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3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活動ページ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作業の分け方と日程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402336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618488"/>
            <a:ext cx="457200" cy="45720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2" y="1737360"/>
            <a:ext cx="219456" cy="2194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80160" y="161848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WBS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85800" y="23317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331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124712" y="234086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「Create sub-issue」で分ける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124712" y="260604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大きい作業の下に子のチケットを作る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85800" y="30632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063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24712" y="307238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ボードのタブ「WBS」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124712" y="333756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親ごとに子がまとまり、進み具合が出る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85800" y="3794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794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124712" y="380390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子にも開始日と期日を入れる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124712" y="406908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ガントチャートに作業ごとの横棒が出る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663440" y="1417320"/>
            <a:ext cx="402336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892040" y="1618488"/>
            <a:ext cx="457200" cy="45720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35" name="Picture 3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10912" y="1737360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5486400" y="161848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ガントチャート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4892040" y="23317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4892040" y="2331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2"/>
          <p:cNvSpPr txBox="1"/>
          <p:nvPr/>
        </p:nvSpPr>
        <p:spPr>
          <a:xfrm>
            <a:off x="5330952" y="234086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開始日と期日を入れる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5330952" y="260604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Issue の右の Projects の欄で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4892040" y="30632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4892040" y="3063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30" name="Text 26"/>
          <p:cNvSpPr txBox="1"/>
          <p:nvPr/>
        </p:nvSpPr>
        <p:spPr>
          <a:xfrm>
            <a:off x="5330952" y="307238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ボードのタブ「ガントチャート」</a:t>
            </a:r>
            <a:endParaRPr lang="en-US" sz="1200" dirty="0"/>
          </a:p>
        </p:txBody>
      </p:sp>
      <p:sp>
        <p:nvSpPr>
          <p:cNvPr id="37" name="Text ticket note"/>
          <p:cNvSpPr txBox="1"/>
          <p:nvPr/>
        </p:nvSpPr>
        <p:spPr>
          <a:xfrm>
            <a:off x="5330952" y="333756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開始日〜期日が横棒で並ぶ</a:t>
            </a:r>
            <a:endParaRPr lang="en-US" sz="1000" dirty="0"/>
          </a:p>
        </p:txBody>
      </p:sp>
      <p:sp>
        <p:nvSpPr>
          <p:cNvPr id="31" name="Shape 27"/>
          <p:cNvSpPr/>
          <p:nvPr/>
        </p:nvSpPr>
        <p:spPr>
          <a:xfrm>
            <a:off x="4892040" y="3794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4892040" y="3794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33" name="Text 29"/>
          <p:cNvSpPr txBox="1"/>
          <p:nvPr/>
        </p:nvSpPr>
        <p:spPr>
          <a:xfrm>
            <a:off x="5330952" y="380390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横棒を動かして日程を直す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5330952" y="406908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端を伸ばすと期日が変わる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よく使う操作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よく使う操作とコマンド</a:t>
            </a:r>
            <a:endParaRPr lang="en-US" sz="2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4864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やりたいこと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E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やり方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E3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サイトを起動する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F5（止めるのは Shift + F5）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テストを流す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4A7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python manage.py test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モデルを変えた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4A7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python manage.py makemigrations → migrate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管理画面のアカウントを作る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4A7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python manage.py createsuperuser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パッケージを足す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4A7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requirements.txt に書き、pip install -r requirements.txt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ターミナルを開く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「ターミナル」→「新しいターミナル」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コマンドは Windows でも Mac でも同じ（作業部屋の中は Linux のため）。パッケージの版は homepage とそろえる（公開のとき合流するため）。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ルール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守ることは 4 つだけ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73736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4166" y="188000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73736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に直接 push しない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463040" y="214884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必ずプルリクエストを出し、テストとレビューを通す。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663440" y="146304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937760" y="173736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406" y="1880006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669280" y="173736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パスワードや API キーを書かない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5669280" y="214884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消しても履歴に残り、WG の全員が見られる。.env に置く。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457200" y="310896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31520" y="338328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166" y="3525926"/>
            <a:ext cx="263347" cy="26334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63040" y="338328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大学のアドレスを出さない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1463040" y="379476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学籍番号が公開されてしまう。コード・README・コミットのメールすべて。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4663440" y="310896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4937760" y="338328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0406" y="3525926"/>
            <a:ext cx="263347" cy="263347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669280" y="338328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送る前にテストを流す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5669280" y="379476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python manage.py test が通ってから送る。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困ったとき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よくあるつまずき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49377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こうなったら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E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こうする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E3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main のまま変更してしまった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そのまま「+ 新しいブランチの作成...」。変更は新しいブランチに移る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コミットでブランチ名を聞かれた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main のままだった。名前（例 add-login-page）を入れて進める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main に送ろうとして止められた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ブランチを作ってから送る（main への push は手元で止めている）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Test が赤い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PR の「Details」でエラーを見る。手元で python manage.py test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マージしてよいか迷う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Test が緑で Approve をもらってから（仕組みでは止まらない）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no such table と出る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ターミナルで python manage.py migrate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送れない（403）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「WG に参加」を済ませ、招待の Join を押したか確かめる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それでも進まないときは、画面のスクリーンショットと「どの資料の、手順の何番で止まったか」を添えて運営へ。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WG 立ち上げガイド 03 開発の進め方</dc:title>
  <dc:subject>PptxGenJS Presentation</dc:subject>
  <dc:creator>PptxGenJS</dc:creator>
  <cp:lastModifiedBy>PptxGenJS</cp:lastModifiedBy>
  <cp:revision>1</cp:revision>
  <dcterms:created xsi:type="dcterms:W3CDTF">2026-09-20T02:11:52Z</dcterms:created>
  <dcterms:modified xsi:type="dcterms:W3CDTF">2026-09-20T02:11:52Z</dcterms:modified>
</cp:coreProperties>
</file>