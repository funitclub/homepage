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17296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マージすると funitclub.org に自動で反映される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に戻り「ソース管理」→「…」→「プル」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のため）。パッケージの版は homepage とそろえる（公開のとき合流するため）。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