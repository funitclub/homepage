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の資料に分けてあり、04 でホームページ自体の作りを説明しています。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としてサイトに載せます。掲示しておくと、ほかのメンバーが活動を知って参加できます。アプリを動かす場所の用意は準備中で、できたら状態を「活動中」に変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への参加は、メンバー本人がサイトの「WG に参加」から行います（運営は触りません）。リポジトリとチームの用意、クラブの登録、抜けた人の後始末は運営が持ちます。WG のリーダーは、中身とレビューを受け持ちます。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のリポジトリがどう守られているかを知りたい人も読めます。04 はホームページ自体の作りで、サブアプリを作るときの参考になります。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紹介の状態は「準備中」と「活動中」の2つです。メンバーは佛教大学の学生なので、卒業や退部で入れ替わります。チームや org からの外し忘れがないよう、リーダーから運営に連絡してください。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資料はすべて funitclub.org/guide/ に置いてあります。WG に参加したときの確認のメールと完了画面からも、このページへ案内します。手順の本体は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hyperlink" Target="https://funitclub.org/guide/" TargetMode="External"/><Relationship Id="rId3" Type="http://schemas.openxmlformats.org/officeDocument/2006/relationships/image" Target="../media/image-7-2.png"/><Relationship Id="rId4" Type="http://schemas.openxmlformats.org/officeDocument/2006/relationships/hyperlink" Target="https://github.com/funITclub/homepage/blob/main/docs/development.md" TargetMode="External"/><Relationship Id="rId5" Type="http://schemas.openxmlformats.org/officeDocument/2006/relationships/image" Target="../media/image-7-3.png"/><Relationship Id="rId6" Type="http://schemas.openxmlformats.org/officeDocument/2006/relationships/hyperlink" Target="https://github.com/funITclub/wg-template" TargetMode="External"/><Relationship Id="rId7" Type="http://schemas.openxmlformats.org/officeDocument/2006/relationships/image" Target="../media/image-7-4.png"/><Relationship Id="rId8" Type="http://schemas.openxmlformats.org/officeDocument/2006/relationships/hyperlink" Target="mailto:contact@funitclub.org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36245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運営がサイトに「準備中」で載せる。すぐに載る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用意する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運営がリポジトリとチームを作り、サイトにつなぐ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参加・準備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サイトの「WG に参加」で入り、パソコンを準備する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活動ページを載せ、アプリを作って公開。「活動中」に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リポジトリ・チーム・Chat 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サイトに WG とチームを登録する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失敗の通知が来たときだけ直す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抜けた人をチームなどから外す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のアプリを funitclub.org に載せる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テーマと仲間を集める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56946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946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8368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サイトへの登録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参加のしくみ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55748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756916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2756916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56916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56916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756916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56916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56916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 3 つのアプリ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インストールの手順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54296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55464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55464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855464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55464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855464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作業するとき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55464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55464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マージ・レビュー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活動ページの作り方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752844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954012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954012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954012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54012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954012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サイトの中身を知りたいとき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54012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54012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何がどこにあるか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公開ページと編集画面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成果が公表されるまで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立ち上げたらすぐ載る。アプリがまだでも「WG に参加」で入れる。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マージすると自動で公開。WG が URL を登録して「活動中」に。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入るのは本人が「WG に参加」から。抜けた人は運営が外す。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掲載（URL・状態）は WG、チーム・アーカイブは運営（資料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878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13232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資料の置き場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funitclub.org/guide/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555748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1178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426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11780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2811780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54296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910328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2974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910328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4910328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752844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00887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1522" y="197144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08876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08876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