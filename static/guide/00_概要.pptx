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notesMasterIdLst>
    <p:notesMasterId r:id="rId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の立ち上げの全体像をまとめた資料です。細かい手順は 01〜03 の資料に分けてあり、04 でホームページ自体の作りを説明しています。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は立ち上がった時点で、アプリがまだでも「準備中」としてサイトに載せます。掲示しておくと、ほかのメンバーが活動を知って参加できます。アプリを動かす場所の用意は準備中で、できたら状態を「活動中」に変え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への参加は、メンバー本人がサイトの「WG に参加」から行います（運営は触りません）。リポジトリとチームの用意、クラブの登録、抜けた人の後始末は運営が持ちます。WG のリーダーは、中身とレビューを受け持ちます。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リーダーはこの概要と 03 を、メンバーは 02 と 03 を読んでください。01 は運営向けですが、WG のリポジトリがどう守られているかを知りたい人も読めます。04 はホームページ自体の作りで、サブアプリを作るときの参考になります。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公開リポジトリに一度送った秘密情報は、消してもフォークやアーカイブに残ります。漏れたときは消すだけでなく、キーそのものを作り直す必要があります。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WG 紹介の状態は「準備中」と「活動中」の2つです。メンバーは佛教大学の学生なので、卒業や退部で入れ替わります。チームや org からの外し忘れがないよう、リーダーから運営に連絡してください。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資料はすべて funitclub.org/guide/ に置いてあります。WG に参加したときの確認のメールと完了画面からも、このページへ案内します。手順の本体は homepage の docs/development.md と、wg-template の README です。資料と食い違ったときはそちらを正とします。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https://funitclub.org/guide/" TargetMode="External"/><Relationship Id="rId4" Type="http://schemas.openxmlformats.org/officeDocument/2006/relationships/hyperlink" Target="https://github.com/funITclub/homepage/blob/main/docs/development.md" TargetMode="External"/><Relationship Id="rId6" Type="http://schemas.openxmlformats.org/officeDocument/2006/relationships/hyperlink" Target="https://github.com/funITclub/wg-template" TargetMode="External"/><Relationship Id="rId8" Type="http://schemas.openxmlformats.org/officeDocument/2006/relationships/hyperlink" Target="mailto:contact@funitclub.org" TargetMode="External"/><Relationship Id="rId1" Type="http://schemas.openxmlformats.org/officeDocument/2006/relationships/image" Target="../media/image-7-1.png"/><Relationship Id="rId3" Type="http://schemas.openxmlformats.org/officeDocument/2006/relationships/image" Target="../media/image-7-2.png"/><Relationship Id="rId5" Type="http://schemas.openxmlformats.org/officeDocument/2006/relationships/image" Target="../media/image-7-3.png"/><Relationship Id="rId7" Type="http://schemas.openxmlformats.org/officeDocument/2006/relationships/image" Target="../media/image-7-4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fun IT club — WG 立ち上げガイド  00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960120"/>
            <a:ext cx="475488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</a:t>
            </a:r>
            <a:endParaRPr lang="en-US" sz="4000" dirty="0"/>
          </a:p>
          <a:p>
            <a:pPr indent="0" marL="0">
              <a:buNone/>
            </a:pPr>
            <a:r>
              <a:rPr lang="en-US" sz="4000" b="1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立ち上げる。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2788920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1300" dirty="0">
                <a:solidFill>
                  <a:srgbClr val="DDDDDD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テーマを決めてから、アプリを作って公開するまでの全体の流れ。役割とルール、どの資料を読めばよいかもここで。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3840480"/>
            <a:ext cx="822960" cy="274320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3840480"/>
            <a:ext cx="822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457200" y="44348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2026-09  ·  fun IT club 運営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394960" y="868680"/>
            <a:ext cx="3291840" cy="3520440"/>
          </a:xfrm>
          <a:prstGeom prst="rect">
            <a:avLst/>
          </a:prstGeom>
          <a:solidFill>
            <a:srgbClr val="1A4A70"/>
          </a:solidFill>
          <a:ln w="12700">
            <a:solidFill>
              <a:srgbClr val="1A4A7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623560" y="1024128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資料は 5 本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5486400" y="1362456"/>
            <a:ext cx="3108960" cy="548640"/>
          </a:xfrm>
          <a:prstGeom prst="rect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23560" y="1417320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035040" y="1417320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概要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6035040" y="1664208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BB8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14" name="Text 12"/>
          <p:cNvSpPr txBox="1"/>
          <p:nvPr/>
        </p:nvSpPr>
        <p:spPr>
          <a:xfrm>
            <a:off x="5623560" y="2020824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6035040" y="2020824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35040" y="2267712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623560" y="2624328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6035040" y="2624328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035040" y="2871216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全員・初回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623560" y="3227832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035040" y="3227832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6035040" y="3474720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全員・毎日</a:t>
            </a:r>
            <a:endParaRPr lang="en-US" sz="900" dirty="0"/>
          </a:p>
        </p:txBody>
      </p:sp>
      <p:sp>
        <p:nvSpPr>
          <p:cNvPr id="23" name="Text 21"/>
          <p:cNvSpPr txBox="1"/>
          <p:nvPr/>
        </p:nvSpPr>
        <p:spPr>
          <a:xfrm>
            <a:off x="5623560" y="3831336"/>
            <a:ext cx="4114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B9CA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6035040" y="3831336"/>
            <a:ext cx="2514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150" dirty="0"/>
          </a:p>
        </p:txBody>
      </p:sp>
      <p:sp>
        <p:nvSpPr>
          <p:cNvPr id="25" name="Text 23"/>
          <p:cNvSpPr txBox="1"/>
          <p:nvPr/>
        </p:nvSpPr>
        <p:spPr>
          <a:xfrm>
            <a:off x="6035040" y="4078224"/>
            <a:ext cx="2514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B9CAD9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全体の流れ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立ち上げは 5 ステップ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21792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600" dirty="0"/>
          </a:p>
        </p:txBody>
      </p:sp>
      <p:sp>
        <p:nvSpPr>
          <p:cNvPr id="6" name="Text 4"/>
          <p:cNvSpPr txBox="1"/>
          <p:nvPr/>
        </p:nvSpPr>
        <p:spPr>
          <a:xfrm>
            <a:off x="621792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決める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テーマと仲間、リーダーを決めて運営に伝える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21792" y="384048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21792" y="3840480"/>
            <a:ext cx="914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リーダー</a:t>
            </a:r>
            <a:endParaRPr lang="en-US" sz="90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この資料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2139696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2304288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600" dirty="0"/>
          </a:p>
        </p:txBody>
      </p:sp>
      <p:sp>
        <p:nvSpPr>
          <p:cNvPr id="13" name="Text 11"/>
          <p:cNvSpPr txBox="1"/>
          <p:nvPr/>
        </p:nvSpPr>
        <p:spPr>
          <a:xfrm>
            <a:off x="2304288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載せる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2304288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運営がサイトに「準備中」で載せる。すぐに載る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2304288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304288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304288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822192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3986784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600" dirty="0"/>
          </a:p>
        </p:txBody>
      </p:sp>
      <p:sp>
        <p:nvSpPr>
          <p:cNvPr id="20" name="Text 18"/>
          <p:cNvSpPr txBox="1"/>
          <p:nvPr/>
        </p:nvSpPr>
        <p:spPr>
          <a:xfrm>
            <a:off x="3986784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用意する</a:t>
            </a:r>
            <a:endParaRPr lang="en-US" sz="1600" dirty="0"/>
          </a:p>
        </p:txBody>
      </p:sp>
      <p:sp>
        <p:nvSpPr>
          <p:cNvPr id="21" name="Text 19"/>
          <p:cNvSpPr txBox="1"/>
          <p:nvPr/>
        </p:nvSpPr>
        <p:spPr>
          <a:xfrm>
            <a:off x="3986784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運営がリポジトリとチームを作り、サイトにつなぐ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986784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986784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24" name="Text 22"/>
          <p:cNvSpPr txBox="1"/>
          <p:nvPr/>
        </p:nvSpPr>
        <p:spPr>
          <a:xfrm>
            <a:off x="3986784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01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504688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5669280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600" dirty="0"/>
          </a:p>
        </p:txBody>
      </p:sp>
      <p:sp>
        <p:nvSpPr>
          <p:cNvPr id="27" name="Text 25"/>
          <p:cNvSpPr txBox="1"/>
          <p:nvPr/>
        </p:nvSpPr>
        <p:spPr>
          <a:xfrm>
            <a:off x="5669280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参加・準備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5669280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サイトの「WG に参加」で入り、パソコンを準備する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669280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5669280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31" name="Text 29"/>
          <p:cNvSpPr txBox="1"/>
          <p:nvPr/>
        </p:nvSpPr>
        <p:spPr>
          <a:xfrm>
            <a:off x="5669280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02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7187184" y="1463040"/>
            <a:ext cx="1499616" cy="3154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7351776" y="166420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05</a:t>
            </a:r>
            <a:endParaRPr lang="en-US" sz="2600" dirty="0"/>
          </a:p>
        </p:txBody>
      </p:sp>
      <p:sp>
        <p:nvSpPr>
          <p:cNvPr id="34" name="Text 32"/>
          <p:cNvSpPr txBox="1"/>
          <p:nvPr/>
        </p:nvSpPr>
        <p:spPr>
          <a:xfrm>
            <a:off x="7351776" y="2240280"/>
            <a:ext cx="12252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作って公開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7351776" y="2697480"/>
            <a:ext cx="1188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PR → マージ。できたら「活動中」に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7351776" y="3840480"/>
            <a:ext cx="68580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351776" y="3840480"/>
            <a:ext cx="6858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全員</a:t>
            </a:r>
            <a:endParaRPr lang="en-US" sz="900" dirty="0"/>
          </a:p>
        </p:txBody>
      </p:sp>
      <p:sp>
        <p:nvSpPr>
          <p:cNvPr id="38" name="Text 36"/>
          <p:cNvSpPr txBox="1"/>
          <p:nvPr/>
        </p:nvSpPr>
        <p:spPr>
          <a:xfrm>
            <a:off x="7351776" y="4206240"/>
            <a:ext cx="12252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→ 資料 03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役割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運営と WG の分担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1732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73152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サイトに WG とチームを登録する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クラブの登録（Classroom）を管理する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抜けた人をチームから外す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アプリを動かす場所を用意する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23560" y="1737360"/>
            <a:ext cx="2834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WG（リーダー）</a:t>
            </a:r>
            <a:endParaRPr lang="en-US" sz="1800" dirty="0"/>
          </a:p>
        </p:txBody>
      </p:sp>
      <p:sp>
        <p:nvSpPr>
          <p:cNvPr id="13" name="Text 9"/>
          <p:cNvSpPr txBox="1"/>
          <p:nvPr/>
        </p:nvSpPr>
        <p:spPr>
          <a:xfrm>
            <a:off x="4937760" y="2514600"/>
            <a:ext cx="347472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テーマと仲間を集める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README を WG 用に書き換える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プルリクエストを確認してマージする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を抜けた人を運営に伝える</a:t>
            </a:r>
            <a:endParaRPr lang="en-US" sz="1300" dirty="0"/>
          </a:p>
          <a:p>
            <a:pPr marL="342900" indent="-3429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成果物をまとめて公開する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資料の案内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自分に関係する資料を読む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17320"/>
            <a:ext cx="19339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658368" y="1581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2200" dirty="0"/>
          </a:p>
        </p:txBody>
      </p:sp>
      <p:sp>
        <p:nvSpPr>
          <p:cNvPr id="6" name="Text 4"/>
          <p:cNvSpPr txBox="1"/>
          <p:nvPr/>
        </p:nvSpPr>
        <p:spPr>
          <a:xfrm>
            <a:off x="658368" y="2020824"/>
            <a:ext cx="1568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リポジトリの作り方と運用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58368" y="2569464"/>
            <a:ext cx="566928" cy="237744"/>
          </a:xfrm>
          <a:prstGeom prst="roundRect">
            <a:avLst>
              <a:gd name="adj" fmla="val 50000"/>
            </a:avLst>
          </a:prstGeom>
          <a:solidFill>
            <a:srgbClr val="001E3C"/>
          </a:solidFill>
          <a:ln w="12700">
            <a:solidFill>
              <a:srgbClr val="001E3C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58368" y="2569464"/>
            <a:ext cx="5669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</a:t>
            </a:r>
            <a:endParaRPr lang="en-US" sz="900" dirty="0"/>
          </a:p>
        </p:txBody>
      </p:sp>
      <p:sp>
        <p:nvSpPr>
          <p:cNvPr id="9" name="Text 7"/>
          <p:cNvSpPr txBox="1"/>
          <p:nvPr/>
        </p:nvSpPr>
        <p:spPr>
          <a:xfrm>
            <a:off x="658368" y="288036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ができたとき・人が入れ替わるとき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658368" y="3264408"/>
            <a:ext cx="15316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8368" y="3374136"/>
            <a:ext cx="15681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リポジトリとチームを作る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サイトへの登録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参加のしくみ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交代と終了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2555748" y="1417320"/>
            <a:ext cx="19339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756916" y="1581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2200" dirty="0"/>
          </a:p>
        </p:txBody>
      </p:sp>
      <p:sp>
        <p:nvSpPr>
          <p:cNvPr id="14" name="Text 12"/>
          <p:cNvSpPr txBox="1"/>
          <p:nvPr/>
        </p:nvSpPr>
        <p:spPr>
          <a:xfrm>
            <a:off x="2756916" y="2020824"/>
            <a:ext cx="1568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パソコンの準備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2756916" y="2569464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2756916" y="25694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2756916" y="288036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参加したとき（初回だけ）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2756916" y="3264408"/>
            <a:ext cx="15316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2756916" y="3374136"/>
            <a:ext cx="15681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サイトから WG に参加する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入れる 3 つのアプリ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インストールの手順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4654296" y="1417320"/>
            <a:ext cx="19339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855464" y="1581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2200" dirty="0"/>
          </a:p>
        </p:txBody>
      </p:sp>
      <p:sp>
        <p:nvSpPr>
          <p:cNvPr id="22" name="Text 20"/>
          <p:cNvSpPr txBox="1"/>
          <p:nvPr/>
        </p:nvSpPr>
        <p:spPr>
          <a:xfrm>
            <a:off x="4855464" y="2020824"/>
            <a:ext cx="1568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開発の進め方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4855464" y="2569464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4855464" y="25694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25" name="Text 23"/>
          <p:cNvSpPr txBox="1"/>
          <p:nvPr/>
        </p:nvSpPr>
        <p:spPr>
          <a:xfrm>
            <a:off x="4855464" y="288036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毎日の作業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855464" y="3264408"/>
            <a:ext cx="15316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4855464" y="3374136"/>
            <a:ext cx="15681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始め方と終わり方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ブランチ → PR → マージ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レビューのしかた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6752844" y="1417320"/>
            <a:ext cx="1933956" cy="3200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6954012" y="1581912"/>
            <a:ext cx="9144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04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954012" y="2020824"/>
            <a:ext cx="1568196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アプリケーション構成</a:t>
            </a:r>
            <a:endParaRPr lang="en-US" sz="1250" dirty="0"/>
          </a:p>
        </p:txBody>
      </p:sp>
      <p:sp>
        <p:nvSpPr>
          <p:cNvPr id="31" name="Shape 29"/>
          <p:cNvSpPr/>
          <p:nvPr/>
        </p:nvSpPr>
        <p:spPr>
          <a:xfrm>
            <a:off x="6954012" y="2569464"/>
            <a:ext cx="1005840" cy="237744"/>
          </a:xfrm>
          <a:prstGeom prst="roundRect">
            <a:avLst>
              <a:gd name="adj" fmla="val 50000"/>
            </a:avLst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6954012" y="2569464"/>
            <a:ext cx="1005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メンバー全員</a:t>
            </a:r>
            <a:endParaRPr lang="en-US" sz="900" dirty="0"/>
          </a:p>
        </p:txBody>
      </p:sp>
      <p:sp>
        <p:nvSpPr>
          <p:cNvPr id="33" name="Text 31"/>
          <p:cNvSpPr txBox="1"/>
          <p:nvPr/>
        </p:nvSpPr>
        <p:spPr>
          <a:xfrm>
            <a:off x="6954012" y="2880360"/>
            <a:ext cx="156819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90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サイトの中身を知りたいとき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6954012" y="3264408"/>
            <a:ext cx="1531620" cy="0"/>
          </a:xfrm>
          <a:prstGeom prst="line">
            <a:avLst/>
          </a:prstGeom>
          <a:noFill/>
          <a:ln w="9525">
            <a:solidFill>
              <a:srgbClr val="DDDDDD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954012" y="3374136"/>
            <a:ext cx="1568196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何がどこにあるか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公開ページと編集画面</a:t>
            </a:r>
            <a:endParaRPr lang="en-US" sz="95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95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成果が公表されるまで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ルール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守ることは 4 つだけ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3152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74166" y="188000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main に直接 push しない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146304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必ずプルリクエストを出し、テストとレビューを通す。</a:t>
            </a:r>
            <a:endParaRPr lang="en-US" sz="1100" dirty="0"/>
          </a:p>
        </p:txBody>
      </p:sp>
      <p:sp>
        <p:nvSpPr>
          <p:cNvPr id="9" name="Shape 6"/>
          <p:cNvSpPr/>
          <p:nvPr/>
        </p:nvSpPr>
        <p:spPr>
          <a:xfrm>
            <a:off x="4663440" y="146304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937760" y="173736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406" y="188000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5669280" y="173736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パスワードや API キーを書かない</a:t>
            </a:r>
            <a:endParaRPr lang="en-US" sz="1400" dirty="0"/>
          </a:p>
        </p:txBody>
      </p:sp>
      <p:sp>
        <p:nvSpPr>
          <p:cNvPr id="13" name="Text 9"/>
          <p:cNvSpPr txBox="1"/>
          <p:nvPr/>
        </p:nvSpPr>
        <p:spPr>
          <a:xfrm>
            <a:off x="5669280" y="214884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消しても履歴に残り、WG の全員が見られる。.env に置く。</a:t>
            </a:r>
            <a:endParaRPr lang="en-US" sz="1100" dirty="0"/>
          </a:p>
        </p:txBody>
      </p:sp>
      <p:sp>
        <p:nvSpPr>
          <p:cNvPr id="14" name="Shape 10"/>
          <p:cNvSpPr/>
          <p:nvPr/>
        </p:nvSpPr>
        <p:spPr>
          <a:xfrm>
            <a:off x="45720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3152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74166" y="352592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146304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大学のアドレスを出さない</a:t>
            </a:r>
            <a:endParaRPr lang="en-US" sz="1400" dirty="0"/>
          </a:p>
        </p:txBody>
      </p:sp>
      <p:sp>
        <p:nvSpPr>
          <p:cNvPr id="18" name="Text 13"/>
          <p:cNvSpPr txBox="1"/>
          <p:nvPr/>
        </p:nvSpPr>
        <p:spPr>
          <a:xfrm>
            <a:off x="146304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学籍番号が公開されてしまう。コード・README・コミットのメールすべて。</a:t>
            </a:r>
            <a:endParaRPr lang="en-US" sz="1100" dirty="0"/>
          </a:p>
        </p:txBody>
      </p:sp>
      <p:sp>
        <p:nvSpPr>
          <p:cNvPr id="19" name="Shape 14"/>
          <p:cNvSpPr/>
          <p:nvPr/>
        </p:nvSpPr>
        <p:spPr>
          <a:xfrm>
            <a:off x="4663440" y="3108960"/>
            <a:ext cx="402336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4937760" y="338328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80406" y="352592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5669280" y="3383280"/>
            <a:ext cx="2788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送る前にテストを流す</a:t>
            </a:r>
            <a:endParaRPr lang="en-US" sz="1400" dirty="0"/>
          </a:p>
        </p:txBody>
      </p:sp>
      <p:sp>
        <p:nvSpPr>
          <p:cNvPr id="23" name="Text 17"/>
          <p:cNvSpPr txBox="1"/>
          <p:nvPr/>
        </p:nvSpPr>
        <p:spPr>
          <a:xfrm>
            <a:off x="5669280" y="3794760"/>
            <a:ext cx="27889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python manage.py test が通ってから送る。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2F5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立ち上げたあと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のライフサイクル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685800" y="1874520"/>
            <a:ext cx="6172200" cy="0"/>
          </a:xfrm>
          <a:prstGeom prst="line">
            <a:avLst/>
          </a:prstGeom>
          <a:noFill/>
          <a:ln w="25400">
            <a:solidFill>
              <a:srgbClr val="B9CAD9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4572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4572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400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準備中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6400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立ち上げたらすぐ載る。アプリがまだでも「WG に参加」で入れる。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514600" y="1645920"/>
            <a:ext cx="457200" cy="457200"/>
          </a:xfrm>
          <a:prstGeom prst="ellipse">
            <a:avLst/>
          </a:prstGeom>
          <a:solidFill>
            <a:srgbClr val="5BB8FF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5146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01E3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25146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26974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活動中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26974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アプリができたら「活動中」に変え、URL を登録する。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5720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5720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3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45720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47548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メンバー交代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47548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入るのは本人が「WG に参加」から。抜けた人は運営が外す。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629400" y="1645920"/>
            <a:ext cx="457200" cy="457200"/>
          </a:xfrm>
          <a:prstGeom prst="ellipse">
            <a:avLst/>
          </a:prstGeom>
          <a:solidFill>
            <a:srgbClr val="001E3C"/>
          </a:solidFill>
          <a:ln w="25400">
            <a:solidFill>
              <a:srgbClr val="FFFFFF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629400" y="16459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4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629400" y="2377440"/>
            <a:ext cx="1874520" cy="187452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6812280" y="2560320"/>
            <a:ext cx="15087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終了</a:t>
            </a:r>
            <a:endParaRPr lang="en-US" sz="1500" dirty="0"/>
          </a:p>
        </p:txBody>
      </p:sp>
      <p:sp>
        <p:nvSpPr>
          <p:cNvPr id="24" name="Text 22"/>
          <p:cNvSpPr txBox="1"/>
          <p:nvPr/>
        </p:nvSpPr>
        <p:spPr>
          <a:xfrm>
            <a:off x="6812280" y="2971800"/>
            <a:ext cx="15087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1B2B3A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リポジトリはアーカイブして残す。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57200" y="45262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5A6B7B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状態の切り替え・チーム・アーカイブは運営が行う（資料 01）。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01E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457200" y="32004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B8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// まとめ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59436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迷ったら、ここを見る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457200" y="1554480"/>
            <a:ext cx="193395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5878" y="1971446"/>
            <a:ext cx="263347" cy="263347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713232" y="2514600"/>
            <a:ext cx="15224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資料の置き場</a:t>
            </a:r>
            <a:endParaRPr lang="en-US" sz="1350" dirty="0"/>
          </a:p>
        </p:txBody>
      </p:sp>
      <p:sp>
        <p:nvSpPr>
          <p:cNvPr id="8" name="Text 5"/>
          <p:cNvSpPr txBox="1"/>
          <p:nvPr/>
        </p:nvSpPr>
        <p:spPr>
          <a:xfrm>
            <a:off x="713232" y="2926080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funitclub.org/guide/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2555748" y="1554480"/>
            <a:ext cx="193395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2811780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54426" y="1971446"/>
            <a:ext cx="263347" cy="263347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2811780" y="2514600"/>
            <a:ext cx="15224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開発環境と手順</a:t>
            </a:r>
            <a:endParaRPr lang="en-US" sz="1350" dirty="0"/>
          </a:p>
        </p:txBody>
      </p:sp>
      <p:sp>
        <p:nvSpPr>
          <p:cNvPr id="13" name="Text 9"/>
          <p:cNvSpPr txBox="1"/>
          <p:nvPr/>
        </p:nvSpPr>
        <p:spPr>
          <a:xfrm>
            <a:off x="2811780" y="2926080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docs/development.md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4654296" y="1554480"/>
            <a:ext cx="193395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4910328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52974" y="1971446"/>
            <a:ext cx="263347" cy="263347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4910328" y="2514600"/>
            <a:ext cx="15224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WG テンプレート</a:t>
            </a:r>
            <a:endParaRPr lang="en-US" sz="1350" dirty="0"/>
          </a:p>
        </p:txBody>
      </p:sp>
      <p:sp>
        <p:nvSpPr>
          <p:cNvPr id="18" name="Text 13"/>
          <p:cNvSpPr txBox="1"/>
          <p:nvPr/>
        </p:nvSpPr>
        <p:spPr>
          <a:xfrm>
            <a:off x="4910328" y="2926080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funITclub/wg-template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6752844" y="1554480"/>
            <a:ext cx="1933956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7008876" y="1828800"/>
            <a:ext cx="548640" cy="548640"/>
          </a:xfrm>
          <a:prstGeom prst="ellipse">
            <a:avLst/>
          </a:prstGeom>
          <a:solidFill>
            <a:srgbClr val="5BB8FF"/>
          </a:solidFill>
          <a:ln w="12700">
            <a:solidFill>
              <a:srgbClr val="5BB8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151522" y="1971446"/>
            <a:ext cx="263347" cy="263347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7008876" y="2514600"/>
            <a:ext cx="15224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001E3C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運営への問い合わせ</a:t>
            </a:r>
            <a:endParaRPr lang="en-US" sz="1350" dirty="0"/>
          </a:p>
        </p:txBody>
      </p:sp>
      <p:sp>
        <p:nvSpPr>
          <p:cNvPr id="23" name="Text 17"/>
          <p:cNvSpPr txBox="1"/>
          <p:nvPr/>
        </p:nvSpPr>
        <p:spPr>
          <a:xfrm>
            <a:off x="7008876" y="2926080"/>
            <a:ext cx="15864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u="sng" dirty="0">
                <a:solidFill>
                  <a:srgbClr val="1A4A70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contact@funitclub.org</a:t>
            </a:r>
            <a:endParaRPr lang="en-US" sz="950" dirty="0"/>
          </a:p>
        </p:txBody>
      </p:sp>
      <p:sp>
        <p:nvSpPr>
          <p:cNvPr id="24" name="Text 18"/>
          <p:cNvSpPr txBox="1"/>
          <p:nvPr/>
        </p:nvSpPr>
        <p:spPr>
          <a:xfrm>
            <a:off x="457200" y="39319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eiryo" pitchFamily="34" charset="0"/>
                <a:ea typeface="Meiryo" pitchFamily="34" charset="-122"/>
                <a:cs typeface="Meiryo" pitchFamily="34" charset="-120"/>
              </a:rPr>
              <a:t>テーマが決まったら、まず運営に伝えてください。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</Slides>
  <Notes>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WG 立ち上げガイド 00 概要</dc:title>
  <dc:subject>PptxGenJS Presentation</dc:subject>
  <dc:creator>PptxGenJS</dc:creator>
  <cp:lastModifiedBy>PptxGenJS</cp:lastModifiedBy>
  <cp:revision>1</cp:revision>
  <dcterms:created xsi:type="dcterms:W3CDTF">2026-09-20T02:11:52Z</dcterms:created>
  <dcterms:modified xsi:type="dcterms:W3CDTF">2026-09-20T02:11:52Z</dcterms:modified>
</cp:coreProperties>
</file>